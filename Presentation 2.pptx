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72" r:id="rId4"/>
    <p:sldId id="258" r:id="rId5"/>
    <p:sldId id="259" r:id="rId6"/>
    <p:sldId id="275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5" r:id="rId15"/>
    <p:sldId id="268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3" r:id="rId27"/>
    <p:sldId id="274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7BE69-D41F-F6B3-70C8-CEC2496527D2}" v="17" dt="2025-09-11T18:45:00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23" autoAdjust="0"/>
    <p:restoredTop sz="94660"/>
  </p:normalViewPr>
  <p:slideViewPr>
    <p:cSldViewPr snapToGrid="0">
      <p:cViewPr>
        <p:scale>
          <a:sx n="100" d="100"/>
          <a:sy n="100" d="100"/>
        </p:scale>
        <p:origin x="88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yne tay" userId="39c4b13678b694e3" providerId="Windows Live" clId="Web-{C097BE69-D41F-F6B3-70C8-CEC2496527D2}"/>
    <pc:docChg chg="modSld">
      <pc:chgData name="wayne tay" userId="39c4b13678b694e3" providerId="Windows Live" clId="Web-{C097BE69-D41F-F6B3-70C8-CEC2496527D2}" dt="2025-09-11T18:45:00.248" v="984" actId="20577"/>
      <pc:docMkLst>
        <pc:docMk/>
      </pc:docMkLst>
      <pc:sldChg chg="addSp modSp">
        <pc:chgData name="wayne tay" userId="39c4b13678b694e3" providerId="Windows Live" clId="Web-{C097BE69-D41F-F6B3-70C8-CEC2496527D2}" dt="2025-09-08T08:12:00.603" v="324" actId="14100"/>
        <pc:sldMkLst>
          <pc:docMk/>
          <pc:sldMk cId="1194861007" sldId="258"/>
        </pc:sldMkLst>
        <pc:spChg chg="mod">
          <ac:chgData name="wayne tay" userId="39c4b13678b694e3" providerId="Windows Live" clId="Web-{C097BE69-D41F-F6B3-70C8-CEC2496527D2}" dt="2025-09-08T08:11:58.322" v="322" actId="20577"/>
          <ac:spMkLst>
            <pc:docMk/>
            <pc:sldMk cId="1194861007" sldId="258"/>
            <ac:spMk id="3" creationId="{7218A3A9-5582-0E79-D925-F61003E66BA0}"/>
          </ac:spMkLst>
        </pc:spChg>
        <pc:picChg chg="add mod">
          <ac:chgData name="wayne tay" userId="39c4b13678b694e3" providerId="Windows Live" clId="Web-{C097BE69-D41F-F6B3-70C8-CEC2496527D2}" dt="2025-09-08T08:12:00.603" v="324" actId="14100"/>
          <ac:picMkLst>
            <pc:docMk/>
            <pc:sldMk cId="1194861007" sldId="258"/>
            <ac:picMk id="7" creationId="{C551692B-F451-BCA9-8AA1-96A76BC400A8}"/>
          </ac:picMkLst>
        </pc:picChg>
      </pc:sldChg>
      <pc:sldChg chg="modSp">
        <pc:chgData name="wayne tay" userId="39c4b13678b694e3" providerId="Windows Live" clId="Web-{C097BE69-D41F-F6B3-70C8-CEC2496527D2}" dt="2025-09-08T18:25:45.833" v="637" actId="20577"/>
        <pc:sldMkLst>
          <pc:docMk/>
          <pc:sldMk cId="467692263" sldId="259"/>
        </pc:sldMkLst>
        <pc:spChg chg="mod">
          <ac:chgData name="wayne tay" userId="39c4b13678b694e3" providerId="Windows Live" clId="Web-{C097BE69-D41F-F6B3-70C8-CEC2496527D2}" dt="2025-09-08T18:25:45.833" v="637" actId="20577"/>
          <ac:spMkLst>
            <pc:docMk/>
            <pc:sldMk cId="467692263" sldId="259"/>
            <ac:spMk id="17" creationId="{E5BC98DD-DE6E-58CD-7566-031AD4585DAB}"/>
          </ac:spMkLst>
        </pc:spChg>
        <pc:picChg chg="mod">
          <ac:chgData name="wayne tay" userId="39c4b13678b694e3" providerId="Windows Live" clId="Web-{C097BE69-D41F-F6B3-70C8-CEC2496527D2}" dt="2025-09-08T18:20:27.680" v="602" actId="1076"/>
          <ac:picMkLst>
            <pc:docMk/>
            <pc:sldMk cId="467692263" sldId="259"/>
            <ac:picMk id="18" creationId="{A914BBF8-EB09-E093-55C6-425DCEA4666E}"/>
          </ac:picMkLst>
        </pc:picChg>
      </pc:sldChg>
      <pc:sldChg chg="addSp delSp modSp">
        <pc:chgData name="wayne tay" userId="39c4b13678b694e3" providerId="Windows Live" clId="Web-{C097BE69-D41F-F6B3-70C8-CEC2496527D2}" dt="2025-09-09T09:13:15.342" v="731" actId="1076"/>
        <pc:sldMkLst>
          <pc:docMk/>
          <pc:sldMk cId="1436172406" sldId="260"/>
        </pc:sldMkLst>
        <pc:spChg chg="add mod">
          <ac:chgData name="wayne tay" userId="39c4b13678b694e3" providerId="Windows Live" clId="Web-{C097BE69-D41F-F6B3-70C8-CEC2496527D2}" dt="2025-09-08T18:23:13.858" v="619" actId="1076"/>
          <ac:spMkLst>
            <pc:docMk/>
            <pc:sldMk cId="1436172406" sldId="260"/>
            <ac:spMk id="3" creationId="{5814CD45-D34C-22EF-4F34-63B3BD674D4F}"/>
          </ac:spMkLst>
        </pc:spChg>
        <pc:picChg chg="add del mod">
          <ac:chgData name="wayne tay" userId="39c4b13678b694e3" providerId="Windows Live" clId="Web-{C097BE69-D41F-F6B3-70C8-CEC2496527D2}" dt="2025-09-08T18:23:08.046" v="618" actId="1076"/>
          <ac:picMkLst>
            <pc:docMk/>
            <pc:sldMk cId="1436172406" sldId="260"/>
            <ac:picMk id="4" creationId="{3120C86E-0D4D-41BD-25BC-5C9C802EEF30}"/>
          </ac:picMkLst>
        </pc:picChg>
        <pc:picChg chg="add mod">
          <ac:chgData name="wayne tay" userId="39c4b13678b694e3" providerId="Windows Live" clId="Web-{C097BE69-D41F-F6B3-70C8-CEC2496527D2}" dt="2025-09-09T09:13:15.342" v="731" actId="1076"/>
          <ac:picMkLst>
            <pc:docMk/>
            <pc:sldMk cId="1436172406" sldId="260"/>
            <ac:picMk id="6" creationId="{C9E964FC-D59A-FDC5-9BD1-FE4B4ED94322}"/>
          </ac:picMkLst>
        </pc:picChg>
      </pc:sldChg>
      <pc:sldChg chg="addSp delSp modSp mod setBg">
        <pc:chgData name="wayne tay" userId="39c4b13678b694e3" providerId="Windows Live" clId="Web-{C097BE69-D41F-F6B3-70C8-CEC2496527D2}" dt="2025-09-08T08:50:35.111" v="543" actId="20577"/>
        <pc:sldMkLst>
          <pc:docMk/>
          <pc:sldMk cId="2586007440" sldId="261"/>
        </pc:sldMkLst>
        <pc:spChg chg="add mod">
          <ac:chgData name="wayne tay" userId="39c4b13678b694e3" providerId="Windows Live" clId="Web-{C097BE69-D41F-F6B3-70C8-CEC2496527D2}" dt="2025-09-08T08:50:35.111" v="543" actId="20577"/>
          <ac:spMkLst>
            <pc:docMk/>
            <pc:sldMk cId="2586007440" sldId="261"/>
            <ac:spMk id="3" creationId="{97C479F6-071A-37B9-DA78-742EB5F97DA7}"/>
          </ac:spMkLst>
        </pc:spChg>
        <pc:picChg chg="mod ord">
          <ac:chgData name="wayne tay" userId="39c4b13678b694e3" providerId="Windows Live" clId="Web-{C097BE69-D41F-F6B3-70C8-CEC2496527D2}" dt="2025-09-08T08:20:24.153" v="390" actId="1076"/>
          <ac:picMkLst>
            <pc:docMk/>
            <pc:sldMk cId="2586007440" sldId="261"/>
            <ac:picMk id="4" creationId="{4ED88AA6-5BB0-5191-646F-04A352EFF2A9}"/>
          </ac:picMkLst>
        </pc:picChg>
        <pc:picChg chg="add mod">
          <ac:chgData name="wayne tay" userId="39c4b13678b694e3" providerId="Windows Live" clId="Web-{C097BE69-D41F-F6B3-70C8-CEC2496527D2}" dt="2025-09-08T08:20:32.481" v="394" actId="1076"/>
          <ac:picMkLst>
            <pc:docMk/>
            <pc:sldMk cId="2586007440" sldId="261"/>
            <ac:picMk id="5" creationId="{6FB1C4FD-00AF-8EB5-6C72-5F3734DD92B9}"/>
          </ac:picMkLst>
        </pc:picChg>
        <pc:picChg chg="mod ord">
          <ac:chgData name="wayne tay" userId="39c4b13678b694e3" providerId="Windows Live" clId="Web-{C097BE69-D41F-F6B3-70C8-CEC2496527D2}" dt="2025-09-08T08:20:22.747" v="389" actId="1076"/>
          <ac:picMkLst>
            <pc:docMk/>
            <pc:sldMk cId="2586007440" sldId="261"/>
            <ac:picMk id="7" creationId="{7B3B7DC9-7907-3A7D-D121-93CD9C92F6DA}"/>
          </ac:picMkLst>
        </pc:picChg>
      </pc:sldChg>
      <pc:sldChg chg="addSp delSp modSp">
        <pc:chgData name="wayne tay" userId="39c4b13678b694e3" providerId="Windows Live" clId="Web-{C097BE69-D41F-F6B3-70C8-CEC2496527D2}" dt="2025-09-08T18:34:36.305" v="716" actId="20577"/>
        <pc:sldMkLst>
          <pc:docMk/>
          <pc:sldMk cId="2244151777" sldId="262"/>
        </pc:sldMkLst>
        <pc:spChg chg="add mod">
          <ac:chgData name="wayne tay" userId="39c4b13678b694e3" providerId="Windows Live" clId="Web-{C097BE69-D41F-F6B3-70C8-CEC2496527D2}" dt="2025-09-08T18:34:36.305" v="716" actId="20577"/>
          <ac:spMkLst>
            <pc:docMk/>
            <pc:sldMk cId="2244151777" sldId="262"/>
            <ac:spMk id="2" creationId="{00840E6D-6443-6F69-5FA8-07C76B603FBB}"/>
          </ac:spMkLst>
        </pc:spChg>
        <pc:picChg chg="add mod">
          <ac:chgData name="wayne tay" userId="39c4b13678b694e3" providerId="Windows Live" clId="Web-{C097BE69-D41F-F6B3-70C8-CEC2496527D2}" dt="2025-09-08T18:28:09.541" v="664" actId="1076"/>
          <ac:picMkLst>
            <pc:docMk/>
            <pc:sldMk cId="2244151777" sldId="262"/>
            <ac:picMk id="3" creationId="{E04472ED-89FA-26A0-6A53-E4F95602E5AB}"/>
          </ac:picMkLst>
        </pc:picChg>
        <pc:picChg chg="add mod ord">
          <ac:chgData name="wayne tay" userId="39c4b13678b694e3" providerId="Windows Live" clId="Web-{C097BE69-D41F-F6B3-70C8-CEC2496527D2}" dt="2025-09-08T08:45:32.334" v="501" actId="1076"/>
          <ac:picMkLst>
            <pc:docMk/>
            <pc:sldMk cId="2244151777" sldId="262"/>
            <ac:picMk id="5" creationId="{D12BE60B-AE01-7ED6-C08D-0BD8860A4754}"/>
          </ac:picMkLst>
        </pc:picChg>
        <pc:picChg chg="add mod">
          <ac:chgData name="wayne tay" userId="39c4b13678b694e3" providerId="Windows Live" clId="Web-{C097BE69-D41F-F6B3-70C8-CEC2496527D2}" dt="2025-09-08T18:28:24.932" v="667" actId="1076"/>
          <ac:picMkLst>
            <pc:docMk/>
            <pc:sldMk cId="2244151777" sldId="262"/>
            <ac:picMk id="6" creationId="{637D526C-04CE-5488-AAA9-A90992C816BA}"/>
          </ac:picMkLst>
        </pc:picChg>
        <pc:picChg chg="add mod">
          <ac:chgData name="wayne tay" userId="39c4b13678b694e3" providerId="Windows Live" clId="Web-{C097BE69-D41F-F6B3-70C8-CEC2496527D2}" dt="2025-09-08T08:45:32.991" v="502" actId="1076"/>
          <ac:picMkLst>
            <pc:docMk/>
            <pc:sldMk cId="2244151777" sldId="262"/>
            <ac:picMk id="7" creationId="{1FDE8D17-EE24-DFE2-3713-2C51E14DCC95}"/>
          </ac:picMkLst>
        </pc:picChg>
        <pc:picChg chg="add mod">
          <ac:chgData name="wayne tay" userId="39c4b13678b694e3" providerId="Windows Live" clId="Web-{C097BE69-D41F-F6B3-70C8-CEC2496527D2}" dt="2025-09-08T08:45:34.459" v="503" actId="1076"/>
          <ac:picMkLst>
            <pc:docMk/>
            <pc:sldMk cId="2244151777" sldId="262"/>
            <ac:picMk id="8" creationId="{F466FBBD-4560-D6E9-5C51-8E1E5EB16921}"/>
          </ac:picMkLst>
        </pc:picChg>
      </pc:sldChg>
      <pc:sldChg chg="addSp delSp modSp">
        <pc:chgData name="wayne tay" userId="39c4b13678b694e3" providerId="Windows Live" clId="Web-{C097BE69-D41F-F6B3-70C8-CEC2496527D2}" dt="2025-09-09T10:00:52.042" v="965" actId="20577"/>
        <pc:sldMkLst>
          <pc:docMk/>
          <pc:sldMk cId="432357488" sldId="263"/>
        </pc:sldMkLst>
        <pc:spChg chg="mod">
          <ac:chgData name="wayne tay" userId="39c4b13678b694e3" providerId="Windows Live" clId="Web-{C097BE69-D41F-F6B3-70C8-CEC2496527D2}" dt="2025-09-09T10:00:52.042" v="965" actId="20577"/>
          <ac:spMkLst>
            <pc:docMk/>
            <pc:sldMk cId="432357488" sldId="263"/>
            <ac:spMk id="3" creationId="{6ACD145E-5C90-D9C5-9013-2092697C68A5}"/>
          </ac:spMkLst>
        </pc:spChg>
        <pc:picChg chg="mod">
          <ac:chgData name="wayne tay" userId="39c4b13678b694e3" providerId="Windows Live" clId="Web-{C097BE69-D41F-F6B3-70C8-CEC2496527D2}" dt="2025-09-09T09:42:21.734" v="947" actId="1076"/>
          <ac:picMkLst>
            <pc:docMk/>
            <pc:sldMk cId="432357488" sldId="263"/>
            <ac:picMk id="4" creationId="{A2C63005-F6F9-53A9-3F19-04AFFECD4627}"/>
          </ac:picMkLst>
        </pc:picChg>
        <pc:picChg chg="add mod">
          <ac:chgData name="wayne tay" userId="39c4b13678b694e3" providerId="Windows Live" clId="Web-{C097BE69-D41F-F6B3-70C8-CEC2496527D2}" dt="2025-09-09T09:42:51.578" v="954" actId="1076"/>
          <ac:picMkLst>
            <pc:docMk/>
            <pc:sldMk cId="432357488" sldId="263"/>
            <ac:picMk id="5" creationId="{410A521D-1DFC-F9CC-5A47-AAD8663A6A22}"/>
          </ac:picMkLst>
        </pc:picChg>
        <pc:picChg chg="add mod">
          <ac:chgData name="wayne tay" userId="39c4b13678b694e3" providerId="Windows Live" clId="Web-{C097BE69-D41F-F6B3-70C8-CEC2496527D2}" dt="2025-09-09T09:43:12.485" v="955" actId="1076"/>
          <ac:picMkLst>
            <pc:docMk/>
            <pc:sldMk cId="432357488" sldId="263"/>
            <ac:picMk id="9" creationId="{BB77DC60-63E5-9460-CA36-99CA53357EF5}"/>
          </ac:picMkLst>
        </pc:picChg>
        <pc:picChg chg="add mod">
          <ac:chgData name="wayne tay" userId="39c4b13678b694e3" providerId="Windows Live" clId="Web-{C097BE69-D41F-F6B3-70C8-CEC2496527D2}" dt="2025-09-09T09:42:47.547" v="953" actId="1076"/>
          <ac:picMkLst>
            <pc:docMk/>
            <pc:sldMk cId="432357488" sldId="263"/>
            <ac:picMk id="10" creationId="{7D28388A-1CCB-5A4A-FB4E-4C7B47B26ABD}"/>
          </ac:picMkLst>
        </pc:picChg>
        <pc:picChg chg="add mod">
          <ac:chgData name="wayne tay" userId="39c4b13678b694e3" providerId="Windows Live" clId="Web-{C097BE69-D41F-F6B3-70C8-CEC2496527D2}" dt="2025-09-09T09:42:39.297" v="951" actId="1076"/>
          <ac:picMkLst>
            <pc:docMk/>
            <pc:sldMk cId="432357488" sldId="263"/>
            <ac:picMk id="12" creationId="{CC19B9E2-6932-B7FD-0215-0BDEC7DC3331}"/>
          </ac:picMkLst>
        </pc:picChg>
      </pc:sldChg>
      <pc:sldChg chg="modSp">
        <pc:chgData name="wayne tay" userId="39c4b13678b694e3" providerId="Windows Live" clId="Web-{C097BE69-D41F-F6B3-70C8-CEC2496527D2}" dt="2025-09-08T08:18:26.617" v="368" actId="1076"/>
        <pc:sldMkLst>
          <pc:docMk/>
          <pc:sldMk cId="3378599968" sldId="265"/>
        </pc:sldMkLst>
        <pc:picChg chg="mod">
          <ac:chgData name="wayne tay" userId="39c4b13678b694e3" providerId="Windows Live" clId="Web-{C097BE69-D41F-F6B3-70C8-CEC2496527D2}" dt="2025-09-08T08:18:26.617" v="368" actId="1076"/>
          <ac:picMkLst>
            <pc:docMk/>
            <pc:sldMk cId="3378599968" sldId="265"/>
            <ac:picMk id="4" creationId="{4E09B323-C6F8-869F-ED87-1E6907D54CF1}"/>
          </ac:picMkLst>
        </pc:picChg>
      </pc:sldChg>
      <pc:sldChg chg="addSp delSp modSp">
        <pc:chgData name="wayne tay" userId="39c4b13678b694e3" providerId="Windows Live" clId="Web-{C097BE69-D41F-F6B3-70C8-CEC2496527D2}" dt="2025-09-11T18:45:00.248" v="984" actId="20577"/>
        <pc:sldMkLst>
          <pc:docMk/>
          <pc:sldMk cId="2902468725" sldId="268"/>
        </pc:sldMkLst>
        <pc:spChg chg="del mod">
          <ac:chgData name="wayne tay" userId="39c4b13678b694e3" providerId="Windows Live" clId="Web-{C097BE69-D41F-F6B3-70C8-CEC2496527D2}" dt="2025-09-11T18:39:12.742" v="974"/>
          <ac:spMkLst>
            <pc:docMk/>
            <pc:sldMk cId="2902468725" sldId="268"/>
            <ac:spMk id="3" creationId="{52120291-DEF7-822E-8BD0-AD53E58591D9}"/>
          </ac:spMkLst>
        </pc:spChg>
        <pc:spChg chg="add del mod">
          <ac:chgData name="wayne tay" userId="39c4b13678b694e3" providerId="Windows Live" clId="Web-{C097BE69-D41F-F6B3-70C8-CEC2496527D2}" dt="2025-09-11T18:39:14.132" v="975"/>
          <ac:spMkLst>
            <pc:docMk/>
            <pc:sldMk cId="2902468725" sldId="268"/>
            <ac:spMk id="4" creationId="{C4EEDFD7-C5B6-F94F-7254-B40005789241}"/>
          </ac:spMkLst>
        </pc:spChg>
        <pc:spChg chg="add mod">
          <ac:chgData name="wayne tay" userId="39c4b13678b694e3" providerId="Windows Live" clId="Web-{C097BE69-D41F-F6B3-70C8-CEC2496527D2}" dt="2025-09-11T18:45:00.248" v="984" actId="20577"/>
          <ac:spMkLst>
            <pc:docMk/>
            <pc:sldMk cId="2902468725" sldId="268"/>
            <ac:spMk id="8" creationId="{7F043B31-358B-EEB9-22C3-86E4CEBD2D05}"/>
          </ac:spMkLst>
        </pc:spChg>
        <pc:picChg chg="add del mod ord">
          <ac:chgData name="wayne tay" userId="39c4b13678b694e3" providerId="Windows Live" clId="Web-{C097BE69-D41F-F6B3-70C8-CEC2496527D2}" dt="2025-09-11T18:39:21.117" v="979"/>
          <ac:picMkLst>
            <pc:docMk/>
            <pc:sldMk cId="2902468725" sldId="268"/>
            <ac:picMk id="6" creationId="{5DFA3582-8901-6D27-9517-3CFCA97C12B1}"/>
          </ac:picMkLst>
        </pc:picChg>
      </pc:sldChg>
      <pc:sldChg chg="addSp modSp">
        <pc:chgData name="wayne tay" userId="39c4b13678b694e3" providerId="Windows Live" clId="Web-{C097BE69-D41F-F6B3-70C8-CEC2496527D2}" dt="2025-09-08T18:27:32.634" v="661" actId="14100"/>
        <pc:sldMkLst>
          <pc:docMk/>
          <pc:sldMk cId="1934062412" sldId="274"/>
        </pc:sldMkLst>
        <pc:spChg chg="add mod">
          <ac:chgData name="wayne tay" userId="39c4b13678b694e3" providerId="Windows Live" clId="Web-{C097BE69-D41F-F6B3-70C8-CEC2496527D2}" dt="2025-09-08T18:27:01.601" v="650" actId="20577"/>
          <ac:spMkLst>
            <pc:docMk/>
            <pc:sldMk cId="1934062412" sldId="274"/>
            <ac:spMk id="3" creationId="{B8018088-10BC-4276-86EA-BD15B3D2BD06}"/>
          </ac:spMkLst>
        </pc:spChg>
        <pc:spChg chg="mod">
          <ac:chgData name="wayne tay" userId="39c4b13678b694e3" providerId="Windows Live" clId="Web-{C097BE69-D41F-F6B3-70C8-CEC2496527D2}" dt="2025-09-08T18:18:51.551" v="600" actId="1076"/>
          <ac:spMkLst>
            <pc:docMk/>
            <pc:sldMk cId="1934062412" sldId="274"/>
            <ac:spMk id="5" creationId="{71B12655-7ED8-5ECC-B4FB-9D4BDC433AC0}"/>
          </ac:spMkLst>
        </pc:spChg>
        <pc:picChg chg="add mod">
          <ac:chgData name="wayne tay" userId="39c4b13678b694e3" providerId="Windows Live" clId="Web-{C097BE69-D41F-F6B3-70C8-CEC2496527D2}" dt="2025-09-08T18:18:53.067" v="601" actId="1076"/>
          <ac:picMkLst>
            <pc:docMk/>
            <pc:sldMk cId="1934062412" sldId="274"/>
            <ac:picMk id="2" creationId="{9C9E1BEC-55F2-FDE2-2156-1368D232CC69}"/>
          </ac:picMkLst>
        </pc:picChg>
        <pc:picChg chg="mod">
          <ac:chgData name="wayne tay" userId="39c4b13678b694e3" providerId="Windows Live" clId="Web-{C097BE69-D41F-F6B3-70C8-CEC2496527D2}" dt="2025-09-08T18:18:49.004" v="599" actId="1076"/>
          <ac:picMkLst>
            <pc:docMk/>
            <pc:sldMk cId="1934062412" sldId="274"/>
            <ac:picMk id="6" creationId="{1488C6BD-4CDA-0D8F-6C07-CEA7DDF432D7}"/>
          </ac:picMkLst>
        </pc:picChg>
        <pc:picChg chg="add mod">
          <ac:chgData name="wayne tay" userId="39c4b13678b694e3" providerId="Windows Live" clId="Web-{C097BE69-D41F-F6B3-70C8-CEC2496527D2}" dt="2025-09-08T18:27:13.539" v="655" actId="1076"/>
          <ac:picMkLst>
            <pc:docMk/>
            <pc:sldMk cId="1934062412" sldId="274"/>
            <ac:picMk id="7" creationId="{0C7F7629-6738-FA0E-B9B9-8E9A3EABDD5B}"/>
          </ac:picMkLst>
        </pc:picChg>
        <pc:cxnChg chg="add mod">
          <ac:chgData name="wayne tay" userId="39c4b13678b694e3" providerId="Windows Live" clId="Web-{C097BE69-D41F-F6B3-70C8-CEC2496527D2}" dt="2025-09-08T18:27:32.634" v="661" actId="14100"/>
          <ac:cxnSpMkLst>
            <pc:docMk/>
            <pc:sldMk cId="1934062412" sldId="274"/>
            <ac:cxnSpMk id="8" creationId="{BA50C0C2-925D-C245-A7FA-457134F29F84}"/>
          </ac:cxnSpMkLst>
        </pc:cxnChg>
      </pc:sldChg>
      <pc:sldChg chg="addSp modSp">
        <pc:chgData name="wayne tay" userId="39c4b13678b694e3" providerId="Windows Live" clId="Web-{C097BE69-D41F-F6B3-70C8-CEC2496527D2}" dt="2025-09-07T15:24:38.801" v="278" actId="20577"/>
        <pc:sldMkLst>
          <pc:docMk/>
          <pc:sldMk cId="3308730909" sldId="275"/>
        </pc:sldMkLst>
        <pc:spChg chg="mod">
          <ac:chgData name="wayne tay" userId="39c4b13678b694e3" providerId="Windows Live" clId="Web-{C097BE69-D41F-F6B3-70C8-CEC2496527D2}" dt="2025-09-07T15:24:38.801" v="278" actId="20577"/>
          <ac:spMkLst>
            <pc:docMk/>
            <pc:sldMk cId="3308730909" sldId="275"/>
            <ac:spMk id="4" creationId="{97430B7A-7270-A768-B875-2018991A804B}"/>
          </ac:spMkLst>
        </pc:spChg>
        <pc:picChg chg="add mod">
          <ac:chgData name="wayne tay" userId="39c4b13678b694e3" providerId="Windows Live" clId="Web-{C097BE69-D41F-F6B3-70C8-CEC2496527D2}" dt="2025-09-07T15:15:56.937" v="243" actId="1076"/>
          <ac:picMkLst>
            <pc:docMk/>
            <pc:sldMk cId="3308730909" sldId="275"/>
            <ac:picMk id="2" creationId="{3E0AE25C-30DF-070B-A42E-9E83375B4C82}"/>
          </ac:picMkLst>
        </pc:picChg>
        <pc:picChg chg="add mod">
          <ac:chgData name="wayne tay" userId="39c4b13678b694e3" providerId="Windows Live" clId="Web-{C097BE69-D41F-F6B3-70C8-CEC2496527D2}" dt="2025-09-07T15:15:56.952" v="244" actId="1076"/>
          <ac:picMkLst>
            <pc:docMk/>
            <pc:sldMk cId="3308730909" sldId="275"/>
            <ac:picMk id="3" creationId="{052190A4-0162-22D4-0206-68BFA7F24ACA}"/>
          </ac:picMkLst>
        </pc:picChg>
        <pc:picChg chg="add mod">
          <ac:chgData name="wayne tay" userId="39c4b13678b694e3" providerId="Windows Live" clId="Web-{C097BE69-D41F-F6B3-70C8-CEC2496527D2}" dt="2025-09-07T15:15:56.952" v="245" actId="1076"/>
          <ac:picMkLst>
            <pc:docMk/>
            <pc:sldMk cId="3308730909" sldId="275"/>
            <ac:picMk id="6" creationId="{38E4AFE7-4543-C33F-59B4-0A7DC0A29F73}"/>
          </ac:picMkLst>
        </pc:picChg>
        <pc:picChg chg="mod">
          <ac:chgData name="wayne tay" userId="39c4b13678b694e3" providerId="Windows Live" clId="Web-{C097BE69-D41F-F6B3-70C8-CEC2496527D2}" dt="2025-09-07T15:16:00.890" v="246" actId="1076"/>
          <ac:picMkLst>
            <pc:docMk/>
            <pc:sldMk cId="3308730909" sldId="275"/>
            <ac:picMk id="7" creationId="{AF34C51B-1719-4186-A70E-4716B9BE1205}"/>
          </ac:picMkLst>
        </pc:picChg>
        <pc:picChg chg="add mod">
          <ac:chgData name="wayne tay" userId="39c4b13678b694e3" providerId="Windows Live" clId="Web-{C097BE69-D41F-F6B3-70C8-CEC2496527D2}" dt="2025-09-07T15:17:09.440" v="258" actId="1076"/>
          <ac:picMkLst>
            <pc:docMk/>
            <pc:sldMk cId="3308730909" sldId="275"/>
            <ac:picMk id="9" creationId="{A14FC5E2-68D2-E5FA-037C-F2C4F6EA6FE6}"/>
          </ac:picMkLst>
        </pc:picChg>
        <pc:picChg chg="mod">
          <ac:chgData name="wayne tay" userId="39c4b13678b694e3" providerId="Windows Live" clId="Web-{C097BE69-D41F-F6B3-70C8-CEC2496527D2}" dt="2025-09-07T15:15:56.890" v="237" actId="1076"/>
          <ac:picMkLst>
            <pc:docMk/>
            <pc:sldMk cId="3308730909" sldId="275"/>
            <ac:picMk id="10" creationId="{75E19E5F-D502-6125-43CF-E762DF00DA5E}"/>
          </ac:picMkLst>
        </pc:picChg>
        <pc:picChg chg="add mod">
          <ac:chgData name="wayne tay" userId="39c4b13678b694e3" providerId="Windows Live" clId="Web-{C097BE69-D41F-F6B3-70C8-CEC2496527D2}" dt="2025-09-07T15:19:27.023" v="263" actId="1076"/>
          <ac:picMkLst>
            <pc:docMk/>
            <pc:sldMk cId="3308730909" sldId="275"/>
            <ac:picMk id="11" creationId="{B393DD6B-A2E6-4BED-584C-AFF7EC8A9259}"/>
          </ac:picMkLst>
        </pc:picChg>
        <pc:picChg chg="mod">
          <ac:chgData name="wayne tay" userId="39c4b13678b694e3" providerId="Windows Live" clId="Web-{C097BE69-D41F-F6B3-70C8-CEC2496527D2}" dt="2025-09-07T15:15:56.890" v="238" actId="1076"/>
          <ac:picMkLst>
            <pc:docMk/>
            <pc:sldMk cId="3308730909" sldId="275"/>
            <ac:picMk id="12" creationId="{610B0632-DCC0-148F-4252-01C55BF699C3}"/>
          </ac:picMkLst>
        </pc:picChg>
        <pc:picChg chg="mod">
          <ac:chgData name="wayne tay" userId="39c4b13678b694e3" providerId="Windows Live" clId="Web-{C097BE69-D41F-F6B3-70C8-CEC2496527D2}" dt="2025-09-07T15:15:56.905" v="239" actId="1076"/>
          <ac:picMkLst>
            <pc:docMk/>
            <pc:sldMk cId="3308730909" sldId="275"/>
            <ac:picMk id="13" creationId="{5772517D-7ABD-0FF4-E12D-DDAB16F4F16E}"/>
          </ac:picMkLst>
        </pc:picChg>
        <pc:picChg chg="mod">
          <ac:chgData name="wayne tay" userId="39c4b13678b694e3" providerId="Windows Live" clId="Web-{C097BE69-D41F-F6B3-70C8-CEC2496527D2}" dt="2025-09-07T15:15:56.905" v="240" actId="1076"/>
          <ac:picMkLst>
            <pc:docMk/>
            <pc:sldMk cId="3308730909" sldId="275"/>
            <ac:picMk id="15" creationId="{36EF351D-91CB-8C93-9CFC-9A688B2BCF22}"/>
          </ac:picMkLst>
        </pc:picChg>
        <pc:picChg chg="mod">
          <ac:chgData name="wayne tay" userId="39c4b13678b694e3" providerId="Windows Live" clId="Web-{C097BE69-D41F-F6B3-70C8-CEC2496527D2}" dt="2025-09-07T15:15:56.921" v="241" actId="1076"/>
          <ac:picMkLst>
            <pc:docMk/>
            <pc:sldMk cId="3308730909" sldId="275"/>
            <ac:picMk id="18" creationId="{78BBF496-EA8B-03BE-B2EC-0BC48BFDC611}"/>
          </ac:picMkLst>
        </pc:picChg>
        <pc:picChg chg="mod">
          <ac:chgData name="wayne tay" userId="39c4b13678b694e3" providerId="Windows Live" clId="Web-{C097BE69-D41F-F6B3-70C8-CEC2496527D2}" dt="2025-09-07T15:15:56.937" v="242" actId="1076"/>
          <ac:picMkLst>
            <pc:docMk/>
            <pc:sldMk cId="3308730909" sldId="275"/>
            <ac:picMk id="19" creationId="{2280E5FA-337A-5530-5799-0FB71A69DFA0}"/>
          </ac:picMkLst>
        </pc:picChg>
      </pc:sldChg>
    </pc:docChg>
  </pc:docChgLst>
  <pc:docChgLst>
    <pc:chgData name="wayne tay" userId="39c4b13678b694e3" providerId="Windows Live" clId="Web-{4B432DF3-18C6-4675-B413-92D3A5A920AD}"/>
    <pc:docChg chg="addSld modSld">
      <pc:chgData name="wayne tay" userId="39c4b13678b694e3" providerId="Windows Live" clId="Web-{4B432DF3-18C6-4675-B413-92D3A5A920AD}" dt="2025-08-13T13:03:08.453" v="212" actId="20577"/>
      <pc:docMkLst>
        <pc:docMk/>
      </pc:docMkLst>
      <pc:sldChg chg="modSp">
        <pc:chgData name="wayne tay" userId="39c4b13678b694e3" providerId="Windows Live" clId="Web-{4B432DF3-18C6-4675-B413-92D3A5A920AD}" dt="2025-08-13T12:25:53.957" v="12" actId="20577"/>
        <pc:sldMkLst>
          <pc:docMk/>
          <pc:sldMk cId="2592129946" sldId="256"/>
        </pc:sldMkLst>
        <pc:spChg chg="mod">
          <ac:chgData name="wayne tay" userId="39c4b13678b694e3" providerId="Windows Live" clId="Web-{4B432DF3-18C6-4675-B413-92D3A5A920AD}" dt="2025-08-13T12:25:53.957" v="12" actId="20577"/>
          <ac:spMkLst>
            <pc:docMk/>
            <pc:sldMk cId="2592129946" sldId="256"/>
            <ac:spMk id="2" creationId="{00000000-0000-0000-0000-000000000000}"/>
          </ac:spMkLst>
        </pc:spChg>
      </pc:sldChg>
      <pc:sldChg chg="modSp new">
        <pc:chgData name="wayne tay" userId="39c4b13678b694e3" providerId="Windows Live" clId="Web-{4B432DF3-18C6-4675-B413-92D3A5A920AD}" dt="2025-08-13T13:03:08.453" v="212" actId="20577"/>
        <pc:sldMkLst>
          <pc:docMk/>
          <pc:sldMk cId="2864549792" sldId="257"/>
        </pc:sldMkLst>
        <pc:spChg chg="mod">
          <ac:chgData name="wayne tay" userId="39c4b13678b694e3" providerId="Windows Live" clId="Web-{4B432DF3-18C6-4675-B413-92D3A5A920AD}" dt="2025-08-13T13:03:08.453" v="212" actId="20577"/>
          <ac:spMkLst>
            <pc:docMk/>
            <pc:sldMk cId="2864549792" sldId="257"/>
            <ac:spMk id="2" creationId="{1FB6FA91-A5FC-3078-4F0E-1A5AA3A0D6CE}"/>
          </ac:spMkLst>
        </pc:spChg>
        <pc:spChg chg="mod">
          <ac:chgData name="wayne tay" userId="39c4b13678b694e3" providerId="Windows Live" clId="Web-{4B432DF3-18C6-4675-B413-92D3A5A920AD}" dt="2025-08-13T12:30:15.344" v="20" actId="20577"/>
          <ac:spMkLst>
            <pc:docMk/>
            <pc:sldMk cId="2864549792" sldId="257"/>
            <ac:spMk id="3" creationId="{D5041069-9D8A-C844-9D44-1F5DA13BDA0E}"/>
          </ac:spMkLst>
        </pc:spChg>
      </pc:sldChg>
      <pc:sldChg chg="addSp modSp new">
        <pc:chgData name="wayne tay" userId="39c4b13678b694e3" providerId="Windows Live" clId="Web-{4B432DF3-18C6-4675-B413-92D3A5A920AD}" dt="2025-08-13T13:02:30.077" v="174" actId="20577"/>
        <pc:sldMkLst>
          <pc:docMk/>
          <pc:sldMk cId="1194861007" sldId="258"/>
        </pc:sldMkLst>
        <pc:spChg chg="mod">
          <ac:chgData name="wayne tay" userId="39c4b13678b694e3" providerId="Windows Live" clId="Web-{4B432DF3-18C6-4675-B413-92D3A5A920AD}" dt="2025-08-13T13:02:30.077" v="174" actId="20577"/>
          <ac:spMkLst>
            <pc:docMk/>
            <pc:sldMk cId="1194861007" sldId="258"/>
            <ac:spMk id="2" creationId="{81BC61F3-D9A9-46DE-8FB2-5016F2CDF816}"/>
          </ac:spMkLst>
        </pc:spChg>
        <pc:spChg chg="mod">
          <ac:chgData name="wayne tay" userId="39c4b13678b694e3" providerId="Windows Live" clId="Web-{4B432DF3-18C6-4675-B413-92D3A5A920AD}" dt="2025-08-13T13:01:37.184" v="167" actId="20577"/>
          <ac:spMkLst>
            <pc:docMk/>
            <pc:sldMk cId="1194861007" sldId="258"/>
            <ac:spMk id="3" creationId="{7218A3A9-5582-0E79-D925-F61003E66BA0}"/>
          </ac:spMkLst>
        </pc:spChg>
        <pc:picChg chg="add mod">
          <ac:chgData name="wayne tay" userId="39c4b13678b694e3" providerId="Windows Live" clId="Web-{4B432DF3-18C6-4675-B413-92D3A5A920AD}" dt="2025-08-13T12:48:01.065" v="79" actId="14100"/>
          <ac:picMkLst>
            <pc:docMk/>
            <pc:sldMk cId="1194861007" sldId="258"/>
            <ac:picMk id="4" creationId="{A62E0689-6DBB-03A5-A47F-3C9259A05940}"/>
          </ac:picMkLst>
        </pc:picChg>
        <pc:picChg chg="add mod">
          <ac:chgData name="wayne tay" userId="39c4b13678b694e3" providerId="Windows Live" clId="Web-{4B432DF3-18C6-4675-B413-92D3A5A920AD}" dt="2025-08-13T12:47:51.112" v="76" actId="1076"/>
          <ac:picMkLst>
            <pc:docMk/>
            <pc:sldMk cId="1194861007" sldId="258"/>
            <ac:picMk id="5" creationId="{640FFA3A-F90F-30F9-5290-995D16B73187}"/>
          </ac:picMkLst>
        </pc:picChg>
        <pc:picChg chg="add mod">
          <ac:chgData name="wayne tay" userId="39c4b13678b694e3" providerId="Windows Live" clId="Web-{4B432DF3-18C6-4675-B413-92D3A5A920AD}" dt="2025-08-13T12:59:50.193" v="139" actId="1076"/>
          <ac:picMkLst>
            <pc:docMk/>
            <pc:sldMk cId="1194861007" sldId="258"/>
            <ac:picMk id="6" creationId="{17273EDD-8FA2-51A0-79D5-F366C2253374}"/>
          </ac:picMkLst>
        </pc:picChg>
      </pc:sldChg>
      <pc:sldChg chg="modSp new">
        <pc:chgData name="wayne tay" userId="39c4b13678b694e3" providerId="Windows Live" clId="Web-{4B432DF3-18C6-4675-B413-92D3A5A920AD}" dt="2025-08-13T13:02:58.906" v="197" actId="20577"/>
        <pc:sldMkLst>
          <pc:docMk/>
          <pc:sldMk cId="467692263" sldId="259"/>
        </pc:sldMkLst>
        <pc:spChg chg="mod">
          <ac:chgData name="wayne tay" userId="39c4b13678b694e3" providerId="Windows Live" clId="Web-{4B432DF3-18C6-4675-B413-92D3A5A920AD}" dt="2025-08-13T13:02:58.906" v="197" actId="20577"/>
          <ac:spMkLst>
            <pc:docMk/>
            <pc:sldMk cId="467692263" sldId="259"/>
            <ac:spMk id="2" creationId="{F630EE2B-9028-6EA6-8466-EB3AE67318EB}"/>
          </ac:spMkLst>
        </pc:spChg>
      </pc:sldChg>
    </pc:docChg>
  </pc:docChgLst>
  <pc:docChgLst>
    <pc:chgData name="wayne tay" userId="39c4b13678b694e3" providerId="Windows Live" clId="Web-{FE693BFE-C59D-2BE1-4E3A-60C3B3353772}"/>
    <pc:docChg chg="addSld modSld">
      <pc:chgData name="wayne tay" userId="39c4b13678b694e3" providerId="Windows Live" clId="Web-{FE693BFE-C59D-2BE1-4E3A-60C3B3353772}" dt="2025-09-07T10:15:45.694" v="283" actId="1076"/>
      <pc:docMkLst>
        <pc:docMk/>
      </pc:docMkLst>
      <pc:sldChg chg="addSp delSp modSp">
        <pc:chgData name="wayne tay" userId="39c4b13678b694e3" providerId="Windows Live" clId="Web-{FE693BFE-C59D-2BE1-4E3A-60C3B3353772}" dt="2025-09-07T09:37:35.915" v="173" actId="20577"/>
        <pc:sldMkLst>
          <pc:docMk/>
          <pc:sldMk cId="467692263" sldId="259"/>
        </pc:sldMkLst>
        <pc:spChg chg="mod">
          <ac:chgData name="wayne tay" userId="39c4b13678b694e3" providerId="Windows Live" clId="Web-{FE693BFE-C59D-2BE1-4E3A-60C3B3353772}" dt="2025-09-07T09:26:42.658" v="69" actId="20577"/>
          <ac:spMkLst>
            <pc:docMk/>
            <pc:sldMk cId="467692263" sldId="259"/>
            <ac:spMk id="2" creationId="{F630EE2B-9028-6EA6-8466-EB3AE67318EB}"/>
          </ac:spMkLst>
        </pc:spChg>
        <pc:spChg chg="mod">
          <ac:chgData name="wayne tay" userId="39c4b13678b694e3" providerId="Windows Live" clId="Web-{FE693BFE-C59D-2BE1-4E3A-60C3B3353772}" dt="2025-09-07T09:34:31.144" v="149" actId="20577"/>
          <ac:spMkLst>
            <pc:docMk/>
            <pc:sldMk cId="467692263" sldId="259"/>
            <ac:spMk id="5" creationId="{A3783D39-56AB-93AA-D425-CD5FFB5E8B2F}"/>
          </ac:spMkLst>
        </pc:spChg>
        <pc:spChg chg="add mod">
          <ac:chgData name="wayne tay" userId="39c4b13678b694e3" providerId="Windows Live" clId="Web-{FE693BFE-C59D-2BE1-4E3A-60C3B3353772}" dt="2025-09-07T09:37:35.915" v="173" actId="20577"/>
          <ac:spMkLst>
            <pc:docMk/>
            <pc:sldMk cId="467692263" sldId="259"/>
            <ac:spMk id="17" creationId="{E5BC98DD-DE6E-58CD-7566-031AD4585DAB}"/>
          </ac:spMkLst>
        </pc:spChg>
        <pc:picChg chg="add mod">
          <ac:chgData name="wayne tay" userId="39c4b13678b694e3" providerId="Windows Live" clId="Web-{FE693BFE-C59D-2BE1-4E3A-60C3B3353772}" dt="2025-09-07T09:28:00.066" v="78" actId="14100"/>
          <ac:picMkLst>
            <pc:docMk/>
            <pc:sldMk cId="467692263" sldId="259"/>
            <ac:picMk id="7" creationId="{A71364C3-700F-2B03-7313-B2EF2C0F2E8C}"/>
          </ac:picMkLst>
        </pc:picChg>
        <pc:picChg chg="add mod">
          <ac:chgData name="wayne tay" userId="39c4b13678b694e3" providerId="Windows Live" clId="Web-{FE693BFE-C59D-2BE1-4E3A-60C3B3353772}" dt="2025-09-07T09:28:24.833" v="80" actId="1076"/>
          <ac:picMkLst>
            <pc:docMk/>
            <pc:sldMk cId="467692263" sldId="259"/>
            <ac:picMk id="8" creationId="{43499FCD-1BBA-F127-84BA-889CBC579DE7}"/>
          </ac:picMkLst>
        </pc:picChg>
        <pc:picChg chg="add mod">
          <ac:chgData name="wayne tay" userId="39c4b13678b694e3" providerId="Windows Live" clId="Web-{FE693BFE-C59D-2BE1-4E3A-60C3B3353772}" dt="2025-09-07T09:29:52.261" v="91" actId="1076"/>
          <ac:picMkLst>
            <pc:docMk/>
            <pc:sldMk cId="467692263" sldId="259"/>
            <ac:picMk id="9" creationId="{81953D46-0835-9520-DE4D-C8F91415DE39}"/>
          </ac:picMkLst>
        </pc:picChg>
        <pc:picChg chg="add mod">
          <ac:chgData name="wayne tay" userId="39c4b13678b694e3" providerId="Windows Live" clId="Web-{FE693BFE-C59D-2BE1-4E3A-60C3B3353772}" dt="2025-09-07T09:30:39.950" v="100" actId="1076"/>
          <ac:picMkLst>
            <pc:docMk/>
            <pc:sldMk cId="467692263" sldId="259"/>
            <ac:picMk id="11" creationId="{A7743069-C65A-2B00-5850-D2C1665B6D16}"/>
          </ac:picMkLst>
        </pc:picChg>
        <pc:picChg chg="add mod">
          <ac:chgData name="wayne tay" userId="39c4b13678b694e3" providerId="Windows Live" clId="Web-{FE693BFE-C59D-2BE1-4E3A-60C3B3353772}" dt="2025-09-07T09:31:39.765" v="113" actId="1076"/>
          <ac:picMkLst>
            <pc:docMk/>
            <pc:sldMk cId="467692263" sldId="259"/>
            <ac:picMk id="12" creationId="{BD292FD2-1FE3-25A6-F8D6-AB9E3639B9C1}"/>
          </ac:picMkLst>
        </pc:picChg>
        <pc:picChg chg="add mod">
          <ac:chgData name="wayne tay" userId="39c4b13678b694e3" providerId="Windows Live" clId="Web-{FE693BFE-C59D-2BE1-4E3A-60C3B3353772}" dt="2025-09-07T09:33:07.111" v="136" actId="1076"/>
          <ac:picMkLst>
            <pc:docMk/>
            <pc:sldMk cId="467692263" sldId="259"/>
            <ac:picMk id="14" creationId="{E28EDF12-4D26-3EAB-2287-08B4C7067032}"/>
          </ac:picMkLst>
        </pc:picChg>
        <pc:picChg chg="add mod">
          <ac:chgData name="wayne tay" userId="39c4b13678b694e3" providerId="Windows Live" clId="Web-{FE693BFE-C59D-2BE1-4E3A-60C3B3353772}" dt="2025-09-07T09:33:42.096" v="140" actId="1076"/>
          <ac:picMkLst>
            <pc:docMk/>
            <pc:sldMk cId="467692263" sldId="259"/>
            <ac:picMk id="15" creationId="{B95C9C6E-EE17-237D-52C9-FCBFCEAF14D4}"/>
          </ac:picMkLst>
        </pc:picChg>
        <pc:picChg chg="add mod">
          <ac:chgData name="wayne tay" userId="39c4b13678b694e3" providerId="Windows Live" clId="Web-{FE693BFE-C59D-2BE1-4E3A-60C3B3353772}" dt="2025-09-07T09:36:51.117" v="161" actId="1076"/>
          <ac:picMkLst>
            <pc:docMk/>
            <pc:sldMk cId="467692263" sldId="259"/>
            <ac:picMk id="18" creationId="{A914BBF8-EB09-E093-55C6-425DCEA4666E}"/>
          </ac:picMkLst>
        </pc:picChg>
        <pc:picChg chg="add mod">
          <ac:chgData name="wayne tay" userId="39c4b13678b694e3" providerId="Windows Live" clId="Web-{FE693BFE-C59D-2BE1-4E3A-60C3B3353772}" dt="2025-09-07T09:37:17.524" v="167" actId="14100"/>
          <ac:picMkLst>
            <pc:docMk/>
            <pc:sldMk cId="467692263" sldId="259"/>
            <ac:picMk id="19" creationId="{37CD6D43-B570-0924-A49B-BDDF6D01FA9C}"/>
          </ac:picMkLst>
        </pc:picChg>
        <pc:picChg chg="add mod">
          <ac:chgData name="wayne tay" userId="39c4b13678b694e3" providerId="Windows Live" clId="Web-{FE693BFE-C59D-2BE1-4E3A-60C3B3353772}" dt="2025-09-07T09:37:29.165" v="171" actId="1076"/>
          <ac:picMkLst>
            <pc:docMk/>
            <pc:sldMk cId="467692263" sldId="259"/>
            <ac:picMk id="20" creationId="{D624AA39-845B-E0BB-8A35-9A327A2E5760}"/>
          </ac:picMkLst>
        </pc:picChg>
      </pc:sldChg>
      <pc:sldChg chg="addSp delSp modSp new">
        <pc:chgData name="wayne tay" userId="39c4b13678b694e3" providerId="Windows Live" clId="Web-{FE693BFE-C59D-2BE1-4E3A-60C3B3353772}" dt="2025-09-07T10:15:45.694" v="283" actId="1076"/>
        <pc:sldMkLst>
          <pc:docMk/>
          <pc:sldMk cId="3308730909" sldId="275"/>
        </pc:sldMkLst>
        <pc:spChg chg="add mod">
          <ac:chgData name="wayne tay" userId="39c4b13678b694e3" providerId="Windows Live" clId="Web-{FE693BFE-C59D-2BE1-4E3A-60C3B3353772}" dt="2025-09-07T10:09:31.760" v="281" actId="20577"/>
          <ac:spMkLst>
            <pc:docMk/>
            <pc:sldMk cId="3308730909" sldId="275"/>
            <ac:spMk id="4" creationId="{97430B7A-7270-A768-B875-2018991A804B}"/>
          </ac:spMkLst>
        </pc:spChg>
        <pc:spChg chg="add mod">
          <ac:chgData name="wayne tay" userId="39c4b13678b694e3" providerId="Windows Live" clId="Web-{FE693BFE-C59D-2BE1-4E3A-60C3B3353772}" dt="2025-09-07T09:38:07.322" v="176"/>
          <ac:spMkLst>
            <pc:docMk/>
            <pc:sldMk cId="3308730909" sldId="275"/>
            <ac:spMk id="5" creationId="{B0273D13-0460-E8D0-7CEE-22747DF28215}"/>
          </ac:spMkLst>
        </pc:spChg>
        <pc:picChg chg="add mod">
          <ac:chgData name="wayne tay" userId="39c4b13678b694e3" providerId="Windows Live" clId="Web-{FE693BFE-C59D-2BE1-4E3A-60C3B3353772}" dt="2025-09-07T10:05:18.298" v="234" actId="1076"/>
          <ac:picMkLst>
            <pc:docMk/>
            <pc:sldMk cId="3308730909" sldId="275"/>
            <ac:picMk id="7" creationId="{AF34C51B-1719-4186-A70E-4716B9BE1205}"/>
          </ac:picMkLst>
        </pc:picChg>
        <pc:picChg chg="add mod">
          <ac:chgData name="wayne tay" userId="39c4b13678b694e3" providerId="Windows Live" clId="Web-{FE693BFE-C59D-2BE1-4E3A-60C3B3353772}" dt="2025-09-07T10:07:19.771" v="262" actId="1076"/>
          <ac:picMkLst>
            <pc:docMk/>
            <pc:sldMk cId="3308730909" sldId="275"/>
            <ac:picMk id="10" creationId="{75E19E5F-D502-6125-43CF-E762DF00DA5E}"/>
          </ac:picMkLst>
        </pc:picChg>
        <pc:picChg chg="add mod">
          <ac:chgData name="wayne tay" userId="39c4b13678b694e3" providerId="Windows Live" clId="Web-{FE693BFE-C59D-2BE1-4E3A-60C3B3353772}" dt="2025-09-07T10:07:16.396" v="261" actId="1076"/>
          <ac:picMkLst>
            <pc:docMk/>
            <pc:sldMk cId="3308730909" sldId="275"/>
            <ac:picMk id="12" creationId="{610B0632-DCC0-148F-4252-01C55BF699C3}"/>
          </ac:picMkLst>
        </pc:picChg>
        <pc:picChg chg="add mod">
          <ac:chgData name="wayne tay" userId="39c4b13678b694e3" providerId="Windows Live" clId="Web-{FE693BFE-C59D-2BE1-4E3A-60C3B3353772}" dt="2025-09-07T10:07:24.990" v="263" actId="1076"/>
          <ac:picMkLst>
            <pc:docMk/>
            <pc:sldMk cId="3308730909" sldId="275"/>
            <ac:picMk id="13" creationId="{5772517D-7ABD-0FF4-E12D-DDAB16F4F16E}"/>
          </ac:picMkLst>
        </pc:picChg>
        <pc:picChg chg="add mod">
          <ac:chgData name="wayne tay" userId="39c4b13678b694e3" providerId="Windows Live" clId="Web-{FE693BFE-C59D-2BE1-4E3A-60C3B3353772}" dt="2025-09-07T10:07:30.522" v="264" actId="1076"/>
          <ac:picMkLst>
            <pc:docMk/>
            <pc:sldMk cId="3308730909" sldId="275"/>
            <ac:picMk id="15" creationId="{36EF351D-91CB-8C93-9CFC-9A688B2BCF22}"/>
          </ac:picMkLst>
        </pc:picChg>
        <pc:picChg chg="add mod">
          <ac:chgData name="wayne tay" userId="39c4b13678b694e3" providerId="Windows Live" clId="Web-{FE693BFE-C59D-2BE1-4E3A-60C3B3353772}" dt="2025-09-07T10:09:22.416" v="277" actId="1076"/>
          <ac:picMkLst>
            <pc:docMk/>
            <pc:sldMk cId="3308730909" sldId="275"/>
            <ac:picMk id="18" creationId="{78BBF496-EA8B-03BE-B2EC-0BC48BFDC611}"/>
          </ac:picMkLst>
        </pc:picChg>
        <pc:picChg chg="add mod">
          <ac:chgData name="wayne tay" userId="39c4b13678b694e3" providerId="Windows Live" clId="Web-{FE693BFE-C59D-2BE1-4E3A-60C3B3353772}" dt="2025-09-07T10:15:45.694" v="283" actId="1076"/>
          <ac:picMkLst>
            <pc:docMk/>
            <pc:sldMk cId="3308730909" sldId="275"/>
            <ac:picMk id="19" creationId="{2280E5FA-337A-5530-5799-0FB71A69DFA0}"/>
          </ac:picMkLst>
        </pc:picChg>
      </pc:sldChg>
    </pc:docChg>
  </pc:docChgLst>
  <pc:docChgLst>
    <pc:chgData name="wayne tay" userId="39c4b13678b694e3" providerId="Windows Live" clId="Web-{D71F6EC4-2E9F-4F11-BF6D-61DC2331AFD4}"/>
    <pc:docChg chg="addSld modSld">
      <pc:chgData name="wayne tay" userId="39c4b13678b694e3" providerId="Windows Live" clId="Web-{D71F6EC4-2E9F-4F11-BF6D-61DC2331AFD4}" dt="2025-08-19T08:20:55.699" v="410" actId="1076"/>
      <pc:docMkLst>
        <pc:docMk/>
      </pc:docMkLst>
      <pc:sldChg chg="addSp delSp modSp">
        <pc:chgData name="wayne tay" userId="39c4b13678b694e3" providerId="Windows Live" clId="Web-{D71F6EC4-2E9F-4F11-BF6D-61DC2331AFD4}" dt="2025-08-19T02:49:07.968" v="33" actId="1076"/>
        <pc:sldMkLst>
          <pc:docMk/>
          <pc:sldMk cId="467692263" sldId="259"/>
        </pc:sldMkLst>
        <pc:spChg chg="add mod">
          <ac:chgData name="wayne tay" userId="39c4b13678b694e3" providerId="Windows Live" clId="Web-{D71F6EC4-2E9F-4F11-BF6D-61DC2331AFD4}" dt="2025-08-19T02:49:05.499" v="32" actId="20577"/>
          <ac:spMkLst>
            <pc:docMk/>
            <pc:sldMk cId="467692263" sldId="259"/>
            <ac:spMk id="5" creationId="{A3783D39-56AB-93AA-D425-CD5FFB5E8B2F}"/>
          </ac:spMkLst>
        </pc:spChg>
        <pc:picChg chg="add mod ord">
          <ac:chgData name="wayne tay" userId="39c4b13678b694e3" providerId="Windows Live" clId="Web-{D71F6EC4-2E9F-4F11-BF6D-61DC2331AFD4}" dt="2025-08-19T02:47:23.382" v="15" actId="1076"/>
          <ac:picMkLst>
            <pc:docMk/>
            <pc:sldMk cId="467692263" sldId="259"/>
            <ac:picMk id="4" creationId="{C2B61BE5-3531-DE79-870D-C15CF903D024}"/>
          </ac:picMkLst>
        </pc:picChg>
      </pc:sldChg>
      <pc:sldChg chg="addSp delSp modSp new">
        <pc:chgData name="wayne tay" userId="39c4b13678b694e3" providerId="Windows Live" clId="Web-{D71F6EC4-2E9F-4F11-BF6D-61DC2331AFD4}" dt="2025-08-19T07:47:02.958" v="102"/>
        <pc:sldMkLst>
          <pc:docMk/>
          <pc:sldMk cId="1436172406" sldId="260"/>
        </pc:sldMkLst>
        <pc:spChg chg="mod">
          <ac:chgData name="wayne tay" userId="39c4b13678b694e3" providerId="Windows Live" clId="Web-{D71F6EC4-2E9F-4F11-BF6D-61DC2331AFD4}" dt="2025-08-19T03:27:33.844" v="60" actId="20577"/>
          <ac:spMkLst>
            <pc:docMk/>
            <pc:sldMk cId="1436172406" sldId="260"/>
            <ac:spMk id="2" creationId="{D91FEB1E-F9C3-7F90-5BBD-4FAA165095BA}"/>
          </ac:spMkLst>
        </pc:spChg>
      </pc:sldChg>
      <pc:sldChg chg="addSp delSp modSp new">
        <pc:chgData name="wayne tay" userId="39c4b13678b694e3" providerId="Windows Live" clId="Web-{D71F6EC4-2E9F-4F11-BF6D-61DC2331AFD4}" dt="2025-08-19T03:46:29.116" v="100" actId="1076"/>
        <pc:sldMkLst>
          <pc:docMk/>
          <pc:sldMk cId="2586007440" sldId="261"/>
        </pc:sldMkLst>
        <pc:picChg chg="add mod ord">
          <ac:chgData name="wayne tay" userId="39c4b13678b694e3" providerId="Windows Live" clId="Web-{D71F6EC4-2E9F-4F11-BF6D-61DC2331AFD4}" dt="2025-08-19T03:46:29.116" v="100" actId="1076"/>
          <ac:picMkLst>
            <pc:docMk/>
            <pc:sldMk cId="2586007440" sldId="261"/>
            <ac:picMk id="4" creationId="{4ED88AA6-5BB0-5191-646F-04A352EFF2A9}"/>
          </ac:picMkLst>
        </pc:picChg>
        <pc:picChg chg="add mod">
          <ac:chgData name="wayne tay" userId="39c4b13678b694e3" providerId="Windows Live" clId="Web-{D71F6EC4-2E9F-4F11-BF6D-61DC2331AFD4}" dt="2025-08-19T03:46:27.460" v="99" actId="1076"/>
          <ac:picMkLst>
            <pc:docMk/>
            <pc:sldMk cId="2586007440" sldId="261"/>
            <ac:picMk id="7" creationId="{7B3B7DC9-7907-3A7D-D121-93CD9C92F6DA}"/>
          </ac:picMkLst>
        </pc:picChg>
      </pc:sldChg>
      <pc:sldChg chg="addSp delSp modSp new">
        <pc:chgData name="wayne tay" userId="39c4b13678b694e3" providerId="Windows Live" clId="Web-{D71F6EC4-2E9F-4F11-BF6D-61DC2331AFD4}" dt="2025-08-19T03:46:12.897" v="93" actId="1076"/>
        <pc:sldMkLst>
          <pc:docMk/>
          <pc:sldMk cId="2244151777" sldId="262"/>
        </pc:sldMkLst>
      </pc:sldChg>
      <pc:sldChg chg="addSp modSp new">
        <pc:chgData name="wayne tay" userId="39c4b13678b694e3" providerId="Windows Live" clId="Web-{D71F6EC4-2E9F-4F11-BF6D-61DC2331AFD4}" dt="2025-08-19T07:56:31.760" v="138" actId="1076"/>
        <pc:sldMkLst>
          <pc:docMk/>
          <pc:sldMk cId="432357488" sldId="263"/>
        </pc:sldMkLst>
        <pc:spChg chg="mod">
          <ac:chgData name="wayne tay" userId="39c4b13678b694e3" providerId="Windows Live" clId="Web-{D71F6EC4-2E9F-4F11-BF6D-61DC2331AFD4}" dt="2025-08-19T07:52:21.126" v="110" actId="1076"/>
          <ac:spMkLst>
            <pc:docMk/>
            <pc:sldMk cId="432357488" sldId="263"/>
            <ac:spMk id="2" creationId="{D42E6D89-939E-DA49-FC3D-C471DAD145BF}"/>
          </ac:spMkLst>
        </pc:spChg>
        <pc:spChg chg="mod">
          <ac:chgData name="wayne tay" userId="39c4b13678b694e3" providerId="Windows Live" clId="Web-{D71F6EC4-2E9F-4F11-BF6D-61DC2331AFD4}" dt="2025-08-19T07:56:17.306" v="131" actId="20577"/>
          <ac:spMkLst>
            <pc:docMk/>
            <pc:sldMk cId="432357488" sldId="263"/>
            <ac:spMk id="3" creationId="{6ACD145E-5C90-D9C5-9013-2092697C68A5}"/>
          </ac:spMkLst>
        </pc:spChg>
        <pc:picChg chg="add mod">
          <ac:chgData name="wayne tay" userId="39c4b13678b694e3" providerId="Windows Live" clId="Web-{D71F6EC4-2E9F-4F11-BF6D-61DC2331AFD4}" dt="2025-08-19T07:56:31.760" v="138" actId="1076"/>
          <ac:picMkLst>
            <pc:docMk/>
            <pc:sldMk cId="432357488" sldId="263"/>
            <ac:picMk id="4" creationId="{A2C63005-F6F9-53A9-3F19-04AFFECD4627}"/>
          </ac:picMkLst>
        </pc:picChg>
      </pc:sldChg>
      <pc:sldChg chg="addSp delSp modSp new">
        <pc:chgData name="wayne tay" userId="39c4b13678b694e3" providerId="Windows Live" clId="Web-{D71F6EC4-2E9F-4F11-BF6D-61DC2331AFD4}" dt="2025-08-19T08:13:12.878" v="313" actId="20577"/>
        <pc:sldMkLst>
          <pc:docMk/>
          <pc:sldMk cId="849903669" sldId="264"/>
        </pc:sldMkLst>
        <pc:spChg chg="mod">
          <ac:chgData name="wayne tay" userId="39c4b13678b694e3" providerId="Windows Live" clId="Web-{D71F6EC4-2E9F-4F11-BF6D-61DC2331AFD4}" dt="2025-08-19T08:00:23.565" v="164" actId="14100"/>
          <ac:spMkLst>
            <pc:docMk/>
            <pc:sldMk cId="849903669" sldId="264"/>
            <ac:spMk id="2" creationId="{7F13BA2E-7C4A-C777-26B7-B1F8880F6B35}"/>
          </ac:spMkLst>
        </pc:spChg>
        <pc:spChg chg="add mod">
          <ac:chgData name="wayne tay" userId="39c4b13678b694e3" providerId="Windows Live" clId="Web-{D71F6EC4-2E9F-4F11-BF6D-61DC2331AFD4}" dt="2025-08-19T08:13:12.878" v="313" actId="20577"/>
          <ac:spMkLst>
            <pc:docMk/>
            <pc:sldMk cId="849903669" sldId="264"/>
            <ac:spMk id="5" creationId="{096CE9E0-2F2E-F418-B88C-1E0E9B929994}"/>
          </ac:spMkLst>
        </pc:spChg>
        <pc:picChg chg="add mod ord">
          <ac:chgData name="wayne tay" userId="39c4b13678b694e3" providerId="Windows Live" clId="Web-{D71F6EC4-2E9F-4F11-BF6D-61DC2331AFD4}" dt="2025-08-19T07:59:52.783" v="145" actId="1076"/>
          <ac:picMkLst>
            <pc:docMk/>
            <pc:sldMk cId="849903669" sldId="264"/>
            <ac:picMk id="4" creationId="{F4B532B0-9FAA-F152-E253-989DDF390DCF}"/>
          </ac:picMkLst>
        </pc:picChg>
      </pc:sldChg>
      <pc:sldChg chg="addSp delSp modSp new mod setBg">
        <pc:chgData name="wayne tay" userId="39c4b13678b694e3" providerId="Windows Live" clId="Web-{D71F6EC4-2E9F-4F11-BF6D-61DC2331AFD4}" dt="2025-08-19T08:20:55.699" v="410" actId="1076"/>
        <pc:sldMkLst>
          <pc:docMk/>
          <pc:sldMk cId="3378599968" sldId="265"/>
        </pc:sldMkLst>
        <pc:spChg chg="mod">
          <ac:chgData name="wayne tay" userId="39c4b13678b694e3" providerId="Windows Live" clId="Web-{D71F6EC4-2E9F-4F11-BF6D-61DC2331AFD4}" dt="2025-08-19T08:14:52.989" v="341"/>
          <ac:spMkLst>
            <pc:docMk/>
            <pc:sldMk cId="3378599968" sldId="265"/>
            <ac:spMk id="2" creationId="{00D7E1BD-9A19-931E-4C04-54D528FF1C78}"/>
          </ac:spMkLst>
        </pc:spChg>
        <pc:spChg chg="mod">
          <ac:chgData name="wayne tay" userId="39c4b13678b694e3" providerId="Windows Live" clId="Web-{D71F6EC4-2E9F-4F11-BF6D-61DC2331AFD4}" dt="2025-08-19T08:15:08.568" v="344" actId="1076"/>
          <ac:spMkLst>
            <pc:docMk/>
            <pc:sldMk cId="3378599968" sldId="265"/>
            <ac:spMk id="3" creationId="{75CB2E18-F59A-D530-E43B-EC4C78073B0C}"/>
          </ac:spMkLst>
        </pc:spChg>
        <pc:spChg chg="add mod">
          <ac:chgData name="wayne tay" userId="39c4b13678b694e3" providerId="Windows Live" clId="Web-{D71F6EC4-2E9F-4F11-BF6D-61DC2331AFD4}" dt="2025-08-19T08:20:53.089" v="409" actId="1076"/>
          <ac:spMkLst>
            <pc:docMk/>
            <pc:sldMk cId="3378599968" sldId="265"/>
            <ac:spMk id="6" creationId="{96BA0E0E-347F-37EA-1E43-A2AB1243C10D}"/>
          </ac:spMkLst>
        </pc:spChg>
        <pc:spChg chg="add mod">
          <ac:chgData name="wayne tay" userId="39c4b13678b694e3" providerId="Windows Live" clId="Web-{D71F6EC4-2E9F-4F11-BF6D-61DC2331AFD4}" dt="2025-08-19T08:18:18.587" v="365" actId="20577"/>
          <ac:spMkLst>
            <pc:docMk/>
            <pc:sldMk cId="3378599968" sldId="265"/>
            <ac:spMk id="7" creationId="{41512F96-FFD6-03FF-29B0-B1A14A6CA36F}"/>
          </ac:spMkLst>
        </pc:spChg>
        <pc:spChg chg="add mod">
          <ac:chgData name="wayne tay" userId="39c4b13678b694e3" providerId="Windows Live" clId="Web-{D71F6EC4-2E9F-4F11-BF6D-61DC2331AFD4}" dt="2025-08-19T08:20:46.058" v="406" actId="1076"/>
          <ac:spMkLst>
            <pc:docMk/>
            <pc:sldMk cId="3378599968" sldId="265"/>
            <ac:spMk id="12" creationId="{4806DB01-9342-218E-C803-38C62EDCDDA3}"/>
          </ac:spMkLst>
        </pc:spChg>
        <pc:picChg chg="add mod">
          <ac:chgData name="wayne tay" userId="39c4b13678b694e3" providerId="Windows Live" clId="Web-{D71F6EC4-2E9F-4F11-BF6D-61DC2331AFD4}" dt="2025-08-19T08:20:55.699" v="410" actId="1076"/>
          <ac:picMkLst>
            <pc:docMk/>
            <pc:sldMk cId="3378599968" sldId="265"/>
            <ac:picMk id="4" creationId="{4E09B323-C6F8-869F-ED87-1E6907D54CF1}"/>
          </ac:picMkLst>
        </pc:picChg>
        <pc:picChg chg="add mod">
          <ac:chgData name="wayne tay" userId="39c4b13678b694e3" providerId="Windows Live" clId="Web-{D71F6EC4-2E9F-4F11-BF6D-61DC2331AFD4}" dt="2025-08-19T08:20:51.245" v="408" actId="1076"/>
          <ac:picMkLst>
            <pc:docMk/>
            <pc:sldMk cId="3378599968" sldId="265"/>
            <ac:picMk id="5" creationId="{EF03405D-74CC-ACCB-A2DE-A5816F4FC8D6}"/>
          </ac:picMkLst>
        </pc:picChg>
        <pc:picChg chg="add mod">
          <ac:chgData name="wayne tay" userId="39c4b13678b694e3" providerId="Windows Live" clId="Web-{D71F6EC4-2E9F-4F11-BF6D-61DC2331AFD4}" dt="2025-08-19T08:18:21.118" v="367" actId="1076"/>
          <ac:picMkLst>
            <pc:docMk/>
            <pc:sldMk cId="3378599968" sldId="265"/>
            <ac:picMk id="8" creationId="{E04F6380-8B01-AC72-A848-56EDEDBE24D2}"/>
          </ac:picMkLst>
        </pc:picChg>
      </pc:sldChg>
    </pc:docChg>
  </pc:docChgLst>
  <pc:docChgLst>
    <pc:chgData name="wayne tay" userId="39c4b13678b694e3" providerId="Windows Live" clId="Web-{3D17BB06-B5AC-233D-E4F1-CEFE641AAF8E}"/>
    <pc:docChg chg="addSld modSld">
      <pc:chgData name="wayne tay" userId="39c4b13678b694e3" providerId="Windows Live" clId="Web-{3D17BB06-B5AC-233D-E4F1-CEFE641AAF8E}" dt="2025-09-05T19:02:28.330" v="665" actId="14100"/>
      <pc:docMkLst>
        <pc:docMk/>
      </pc:docMkLst>
      <pc:sldChg chg="addSp modSp">
        <pc:chgData name="wayne tay" userId="39c4b13678b694e3" providerId="Windows Live" clId="Web-{3D17BB06-B5AC-233D-E4F1-CEFE641AAF8E}" dt="2025-09-05T12:08:57.419" v="253" actId="14100"/>
        <pc:sldMkLst>
          <pc:docMk/>
          <pc:sldMk cId="2864549792" sldId="257"/>
        </pc:sldMkLst>
        <pc:spChg chg="mod">
          <ac:chgData name="wayne tay" userId="39c4b13678b694e3" providerId="Windows Live" clId="Web-{3D17BB06-B5AC-233D-E4F1-CEFE641AAF8E}" dt="2025-09-05T12:08:57.419" v="253" actId="14100"/>
          <ac:spMkLst>
            <pc:docMk/>
            <pc:sldMk cId="2864549792" sldId="257"/>
            <ac:spMk id="2" creationId="{1FB6FA91-A5FC-3078-4F0E-1A5AA3A0D6CE}"/>
          </ac:spMkLst>
        </pc:spChg>
        <pc:spChg chg="mod">
          <ac:chgData name="wayne tay" userId="39c4b13678b694e3" providerId="Windows Live" clId="Web-{3D17BB06-B5AC-233D-E4F1-CEFE641AAF8E}" dt="2025-09-05T12:05:56.803" v="207" actId="20577"/>
          <ac:spMkLst>
            <pc:docMk/>
            <pc:sldMk cId="2864549792" sldId="257"/>
            <ac:spMk id="3" creationId="{D5041069-9D8A-C844-9D44-1F5DA13BDA0E}"/>
          </ac:spMkLst>
        </pc:spChg>
        <pc:spChg chg="add mod">
          <ac:chgData name="wayne tay" userId="39c4b13678b694e3" providerId="Windows Live" clId="Web-{3D17BB06-B5AC-233D-E4F1-CEFE641AAF8E}" dt="2025-09-05T11:47:46.452" v="122" actId="20577"/>
          <ac:spMkLst>
            <pc:docMk/>
            <pc:sldMk cId="2864549792" sldId="257"/>
            <ac:spMk id="4" creationId="{7F4CF92F-647B-7891-E2B4-7EA76943279C}"/>
          </ac:spMkLst>
        </pc:spChg>
      </pc:sldChg>
      <pc:sldChg chg="addSp delSp modSp">
        <pc:chgData name="wayne tay" userId="39c4b13678b694e3" providerId="Windows Live" clId="Web-{3D17BB06-B5AC-233D-E4F1-CEFE641AAF8E}" dt="2025-09-05T19:01:45.032" v="661" actId="20577"/>
        <pc:sldMkLst>
          <pc:docMk/>
          <pc:sldMk cId="1194861007" sldId="258"/>
        </pc:sldMkLst>
        <pc:spChg chg="mod">
          <ac:chgData name="wayne tay" userId="39c4b13678b694e3" providerId="Windows Live" clId="Web-{3D17BB06-B5AC-233D-E4F1-CEFE641AAF8E}" dt="2025-09-05T19:01:45.032" v="661" actId="20577"/>
          <ac:spMkLst>
            <pc:docMk/>
            <pc:sldMk cId="1194861007" sldId="258"/>
            <ac:spMk id="3" creationId="{7218A3A9-5582-0E79-D925-F61003E66BA0}"/>
          </ac:spMkLst>
        </pc:spChg>
        <pc:picChg chg="mod">
          <ac:chgData name="wayne tay" userId="39c4b13678b694e3" providerId="Windows Live" clId="Web-{3D17BB06-B5AC-233D-E4F1-CEFE641AAF8E}" dt="2025-09-05T18:56:46.806" v="611" actId="1076"/>
          <ac:picMkLst>
            <pc:docMk/>
            <pc:sldMk cId="1194861007" sldId="258"/>
            <ac:picMk id="4" creationId="{A62E0689-6DBB-03A5-A47F-3C9259A05940}"/>
          </ac:picMkLst>
        </pc:picChg>
        <pc:picChg chg="mod">
          <ac:chgData name="wayne tay" userId="39c4b13678b694e3" providerId="Windows Live" clId="Web-{3D17BB06-B5AC-233D-E4F1-CEFE641AAF8E}" dt="2025-09-05T18:56:50.587" v="612" actId="1076"/>
          <ac:picMkLst>
            <pc:docMk/>
            <pc:sldMk cId="1194861007" sldId="258"/>
            <ac:picMk id="5" creationId="{640FFA3A-F90F-30F9-5290-995D16B73187}"/>
          </ac:picMkLst>
        </pc:picChg>
        <pc:picChg chg="mod">
          <ac:chgData name="wayne tay" userId="39c4b13678b694e3" providerId="Windows Live" clId="Web-{3D17BB06-B5AC-233D-E4F1-CEFE641AAF8E}" dt="2025-09-05T18:57:02.493" v="615" actId="1076"/>
          <ac:picMkLst>
            <pc:docMk/>
            <pc:sldMk cId="1194861007" sldId="258"/>
            <ac:picMk id="6" creationId="{17273EDD-8FA2-51A0-79D5-F366C2253374}"/>
          </ac:picMkLst>
        </pc:picChg>
        <pc:picChg chg="add mod">
          <ac:chgData name="wayne tay" userId="39c4b13678b694e3" providerId="Windows Live" clId="Web-{3D17BB06-B5AC-233D-E4F1-CEFE641AAF8E}" dt="2025-09-05T19:00:32.217" v="652" actId="1076"/>
          <ac:picMkLst>
            <pc:docMk/>
            <pc:sldMk cId="1194861007" sldId="258"/>
            <ac:picMk id="8" creationId="{D21DBBBE-1B25-5C09-EF32-082F6F2658B1}"/>
          </ac:picMkLst>
        </pc:picChg>
        <pc:picChg chg="add mod">
          <ac:chgData name="wayne tay" userId="39c4b13678b694e3" providerId="Windows Live" clId="Web-{3D17BB06-B5AC-233D-E4F1-CEFE641AAF8E}" dt="2025-09-05T19:00:35.733" v="653" actId="1076"/>
          <ac:picMkLst>
            <pc:docMk/>
            <pc:sldMk cId="1194861007" sldId="258"/>
            <ac:picMk id="9" creationId="{66D8DA86-12F8-44EB-29CF-A0E406FAC2F7}"/>
          </ac:picMkLst>
        </pc:picChg>
        <pc:picChg chg="add mod">
          <ac:chgData name="wayne tay" userId="39c4b13678b694e3" providerId="Windows Live" clId="Web-{3D17BB06-B5AC-233D-E4F1-CEFE641AAF8E}" dt="2025-09-05T18:59:21.028" v="632" actId="1076"/>
          <ac:picMkLst>
            <pc:docMk/>
            <pc:sldMk cId="1194861007" sldId="258"/>
            <ac:picMk id="10" creationId="{0B64ED82-7794-0514-6A7B-25764C2C5432}"/>
          </ac:picMkLst>
        </pc:picChg>
      </pc:sldChg>
      <pc:sldChg chg="modSp new">
        <pc:chgData name="wayne tay" userId="39c4b13678b694e3" providerId="Windows Live" clId="Web-{3D17BB06-B5AC-233D-E4F1-CEFE641AAF8E}" dt="2025-09-05T12:08:42.590" v="252" actId="20577"/>
        <pc:sldMkLst>
          <pc:docMk/>
          <pc:sldMk cId="1556457898" sldId="272"/>
        </pc:sldMkLst>
        <pc:spChg chg="mod">
          <ac:chgData name="wayne tay" userId="39c4b13678b694e3" providerId="Windows Live" clId="Web-{3D17BB06-B5AC-233D-E4F1-CEFE641AAF8E}" dt="2025-09-05T11:57:05.269" v="147" actId="20577"/>
          <ac:spMkLst>
            <pc:docMk/>
            <pc:sldMk cId="1556457898" sldId="272"/>
            <ac:spMk id="2" creationId="{E6A45A7E-3843-AC9D-EA11-7E2DE9C1B486}"/>
          </ac:spMkLst>
        </pc:spChg>
        <pc:spChg chg="mod">
          <ac:chgData name="wayne tay" userId="39c4b13678b694e3" providerId="Windows Live" clId="Web-{3D17BB06-B5AC-233D-E4F1-CEFE641AAF8E}" dt="2025-09-05T12:08:42.590" v="252" actId="20577"/>
          <ac:spMkLst>
            <pc:docMk/>
            <pc:sldMk cId="1556457898" sldId="272"/>
            <ac:spMk id="3" creationId="{41ABC501-3D67-2FFF-2AC7-CAA2ABBF293A}"/>
          </ac:spMkLst>
        </pc:spChg>
      </pc:sldChg>
      <pc:sldChg chg="addSp delSp modSp new">
        <pc:chgData name="wayne tay" userId="39c4b13678b694e3" providerId="Windows Live" clId="Web-{3D17BB06-B5AC-233D-E4F1-CEFE641AAF8E}" dt="2025-09-05T18:37:35.152" v="465" actId="20577"/>
        <pc:sldMkLst>
          <pc:docMk/>
          <pc:sldMk cId="2041113454" sldId="273"/>
        </pc:sldMkLst>
        <pc:spChg chg="add mod">
          <ac:chgData name="wayne tay" userId="39c4b13678b694e3" providerId="Windows Live" clId="Web-{3D17BB06-B5AC-233D-E4F1-CEFE641AAF8E}" dt="2025-09-05T18:37:35.152" v="465" actId="20577"/>
          <ac:spMkLst>
            <pc:docMk/>
            <pc:sldMk cId="2041113454" sldId="273"/>
            <ac:spMk id="2" creationId="{BEC964AE-1618-3DAD-5AE7-D2F42D171671}"/>
          </ac:spMkLst>
        </pc:spChg>
        <pc:spChg chg="mod">
          <ac:chgData name="wayne tay" userId="39c4b13678b694e3" providerId="Windows Live" clId="Web-{3D17BB06-B5AC-233D-E4F1-CEFE641AAF8E}" dt="2025-09-05T18:36:33.135" v="435" actId="20577"/>
          <ac:spMkLst>
            <pc:docMk/>
            <pc:sldMk cId="2041113454" sldId="273"/>
            <ac:spMk id="3" creationId="{6D49F544-79B4-C9B1-C5D7-F5E08CA3E909}"/>
          </ac:spMkLst>
        </pc:spChg>
      </pc:sldChg>
      <pc:sldChg chg="addSp delSp modSp new">
        <pc:chgData name="wayne tay" userId="39c4b13678b694e3" providerId="Windows Live" clId="Web-{3D17BB06-B5AC-233D-E4F1-CEFE641AAF8E}" dt="2025-09-05T19:02:28.330" v="665" actId="14100"/>
        <pc:sldMkLst>
          <pc:docMk/>
          <pc:sldMk cId="1934062412" sldId="274"/>
        </pc:sldMkLst>
        <pc:spChg chg="add mod">
          <ac:chgData name="wayne tay" userId="39c4b13678b694e3" providerId="Windows Live" clId="Web-{3D17BB06-B5AC-233D-E4F1-CEFE641AAF8E}" dt="2025-09-05T18:48:46.481" v="535" actId="20577"/>
          <ac:spMkLst>
            <pc:docMk/>
            <pc:sldMk cId="1934062412" sldId="274"/>
            <ac:spMk id="5" creationId="{71B12655-7ED8-5ECC-B4FB-9D4BDC433AC0}"/>
          </ac:spMkLst>
        </pc:spChg>
        <pc:picChg chg="add mod ord">
          <ac:chgData name="wayne tay" userId="39c4b13678b694e3" providerId="Windows Live" clId="Web-{3D17BB06-B5AC-233D-E4F1-CEFE641AAF8E}" dt="2025-09-05T18:48:40.309" v="531" actId="1076"/>
          <ac:picMkLst>
            <pc:docMk/>
            <pc:sldMk cId="1934062412" sldId="274"/>
            <ac:picMk id="4" creationId="{C754717A-197C-8BA1-1C57-F5F92818E97D}"/>
          </ac:picMkLst>
        </pc:picChg>
        <pc:picChg chg="add mod">
          <ac:chgData name="wayne tay" userId="39c4b13678b694e3" providerId="Windows Live" clId="Web-{3D17BB06-B5AC-233D-E4F1-CEFE641AAF8E}" dt="2025-09-05T19:02:28.330" v="665" actId="14100"/>
          <ac:picMkLst>
            <pc:docMk/>
            <pc:sldMk cId="1934062412" sldId="274"/>
            <ac:picMk id="6" creationId="{1488C6BD-4CDA-0D8F-6C07-CEA7DDF432D7}"/>
          </ac:picMkLst>
        </pc:picChg>
      </pc:sldChg>
    </pc:docChg>
  </pc:docChgLst>
  <pc:docChgLst>
    <pc:chgData name="wayne tay" userId="39c4b13678b694e3" providerId="Windows Live" clId="Web-{10D092FA-6E6F-434E-8A94-2F45ED19ECCA}"/>
    <pc:docChg chg="addSld modSld addMainMaster delMainMaster">
      <pc:chgData name="wayne tay" userId="39c4b13678b694e3" providerId="Windows Live" clId="Web-{10D092FA-6E6F-434E-8A94-2F45ED19ECCA}" dt="2025-08-22T05:22:40.187" v="1761" actId="14100"/>
      <pc:docMkLst>
        <pc:docMk/>
      </pc:docMkLst>
      <pc:sldChg chg="modSp mod modClrScheme chgLayout">
        <pc:chgData name="wayne tay" userId="39c4b13678b694e3" providerId="Windows Live" clId="Web-{10D092FA-6E6F-434E-8A94-2F45ED19ECCA}" dt="2025-08-21T14:38:26.427" v="486"/>
        <pc:sldMkLst>
          <pc:docMk/>
          <pc:sldMk cId="2592129946" sldId="256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2592129946" sldId="256"/>
            <ac:spMk id="2" creationId="{00000000-0000-0000-0000-000000000000}"/>
          </ac:spMkLst>
        </pc:spChg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2592129946" sldId="256"/>
            <ac:spMk id="3" creationId="{00000000-0000-0000-0000-000000000000}"/>
          </ac:spMkLst>
        </pc:spChg>
      </pc:sldChg>
      <pc:sldChg chg="modSp mod modClrScheme chgLayout">
        <pc:chgData name="wayne tay" userId="39c4b13678b694e3" providerId="Windows Live" clId="Web-{10D092FA-6E6F-434E-8A94-2F45ED19ECCA}" dt="2025-08-21T14:38:26.427" v="486"/>
        <pc:sldMkLst>
          <pc:docMk/>
          <pc:sldMk cId="2864549792" sldId="257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2864549792" sldId="257"/>
            <ac:spMk id="2" creationId="{1FB6FA91-A5FC-3078-4F0E-1A5AA3A0D6CE}"/>
          </ac:spMkLst>
        </pc:spChg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2864549792" sldId="257"/>
            <ac:spMk id="3" creationId="{D5041069-9D8A-C844-9D44-1F5DA13BDA0E}"/>
          </ac:spMkLst>
        </pc:spChg>
      </pc:sldChg>
      <pc:sldChg chg="modSp mod modClrScheme chgLayout">
        <pc:chgData name="wayne tay" userId="39c4b13678b694e3" providerId="Windows Live" clId="Web-{10D092FA-6E6F-434E-8A94-2F45ED19ECCA}" dt="2025-08-21T14:38:57.162" v="493" actId="1076"/>
        <pc:sldMkLst>
          <pc:docMk/>
          <pc:sldMk cId="1194861007" sldId="258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1194861007" sldId="258"/>
            <ac:spMk id="2" creationId="{81BC61F3-D9A9-46DE-8FB2-5016F2CDF816}"/>
          </ac:spMkLst>
        </pc:spChg>
        <pc:spChg chg="mod ord">
          <ac:chgData name="wayne tay" userId="39c4b13678b694e3" providerId="Windows Live" clId="Web-{10D092FA-6E6F-434E-8A94-2F45ED19ECCA}" dt="2025-08-21T14:38:53.693" v="491" actId="20577"/>
          <ac:spMkLst>
            <pc:docMk/>
            <pc:sldMk cId="1194861007" sldId="258"/>
            <ac:spMk id="3" creationId="{7218A3A9-5582-0E79-D925-F61003E66BA0}"/>
          </ac:spMkLst>
        </pc:spChg>
        <pc:picChg chg="mod">
          <ac:chgData name="wayne tay" userId="39c4b13678b694e3" providerId="Windows Live" clId="Web-{10D092FA-6E6F-434E-8A94-2F45ED19ECCA}" dt="2025-08-21T14:38:46.787" v="488" actId="1076"/>
          <ac:picMkLst>
            <pc:docMk/>
            <pc:sldMk cId="1194861007" sldId="258"/>
            <ac:picMk id="4" creationId="{A62E0689-6DBB-03A5-A47F-3C9259A05940}"/>
          </ac:picMkLst>
        </pc:picChg>
        <pc:picChg chg="mod">
          <ac:chgData name="wayne tay" userId="39c4b13678b694e3" providerId="Windows Live" clId="Web-{10D092FA-6E6F-434E-8A94-2F45ED19ECCA}" dt="2025-08-21T14:38:57.162" v="493" actId="1076"/>
          <ac:picMkLst>
            <pc:docMk/>
            <pc:sldMk cId="1194861007" sldId="258"/>
            <ac:picMk id="6" creationId="{17273EDD-8FA2-51A0-79D5-F366C2253374}"/>
          </ac:picMkLst>
        </pc:picChg>
      </pc:sldChg>
      <pc:sldChg chg="modSp mod modClrScheme chgLayout">
        <pc:chgData name="wayne tay" userId="39c4b13678b694e3" providerId="Windows Live" clId="Web-{10D092FA-6E6F-434E-8A94-2F45ED19ECCA}" dt="2025-08-21T14:43:39.517" v="583" actId="1076"/>
        <pc:sldMkLst>
          <pc:docMk/>
          <pc:sldMk cId="467692263" sldId="259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467692263" sldId="259"/>
            <ac:spMk id="2" creationId="{F630EE2B-9028-6EA6-8466-EB3AE67318EB}"/>
          </ac:spMkLst>
        </pc:spChg>
        <pc:spChg chg="mod">
          <ac:chgData name="wayne tay" userId="39c4b13678b694e3" providerId="Windows Live" clId="Web-{10D092FA-6E6F-434E-8A94-2F45ED19ECCA}" dt="2025-08-21T14:43:33.438" v="581" actId="1076"/>
          <ac:spMkLst>
            <pc:docMk/>
            <pc:sldMk cId="467692263" sldId="259"/>
            <ac:spMk id="5" creationId="{A3783D39-56AB-93AA-D425-CD5FFB5E8B2F}"/>
          </ac:spMkLst>
        </pc:spChg>
        <pc:picChg chg="mod ord">
          <ac:chgData name="wayne tay" userId="39c4b13678b694e3" providerId="Windows Live" clId="Web-{10D092FA-6E6F-434E-8A94-2F45ED19ECCA}" dt="2025-08-21T14:43:34.720" v="582" actId="1076"/>
          <ac:picMkLst>
            <pc:docMk/>
            <pc:sldMk cId="467692263" sldId="259"/>
            <ac:picMk id="4" creationId="{C2B61BE5-3531-DE79-870D-C15CF903D024}"/>
          </ac:picMkLst>
        </pc:picChg>
      </pc:sldChg>
      <pc:sldChg chg="modSp mod modClrScheme chgLayout">
        <pc:chgData name="wayne tay" userId="39c4b13678b694e3" providerId="Windows Live" clId="Web-{10D092FA-6E6F-434E-8A94-2F45ED19ECCA}" dt="2025-08-21T14:42:47.093" v="569" actId="1076"/>
        <pc:sldMkLst>
          <pc:docMk/>
          <pc:sldMk cId="1436172406" sldId="260"/>
        </pc:sldMkLst>
        <pc:spChg chg="mod ord">
          <ac:chgData name="wayne tay" userId="39c4b13678b694e3" providerId="Windows Live" clId="Web-{10D092FA-6E6F-434E-8A94-2F45ED19ECCA}" dt="2025-08-21T14:42:47.093" v="569" actId="1076"/>
          <ac:spMkLst>
            <pc:docMk/>
            <pc:sldMk cId="1436172406" sldId="260"/>
            <ac:spMk id="2" creationId="{D91FEB1E-F9C3-7F90-5BBD-4FAA165095BA}"/>
          </ac:spMkLst>
        </pc:spChg>
      </pc:sldChg>
      <pc:sldChg chg="modSp mod modClrScheme chgLayout">
        <pc:chgData name="wayne tay" userId="39c4b13678b694e3" providerId="Windows Live" clId="Web-{10D092FA-6E6F-434E-8A94-2F45ED19ECCA}" dt="2025-08-21T14:38:26.427" v="486"/>
        <pc:sldMkLst>
          <pc:docMk/>
          <pc:sldMk cId="2586007440" sldId="261"/>
        </pc:sldMkLst>
        <pc:picChg chg="mod ord">
          <ac:chgData name="wayne tay" userId="39c4b13678b694e3" providerId="Windows Live" clId="Web-{10D092FA-6E6F-434E-8A94-2F45ED19ECCA}" dt="2025-08-21T14:38:26.427" v="486"/>
          <ac:picMkLst>
            <pc:docMk/>
            <pc:sldMk cId="2586007440" sldId="261"/>
            <ac:picMk id="4" creationId="{4ED88AA6-5BB0-5191-646F-04A352EFF2A9}"/>
          </ac:picMkLst>
        </pc:picChg>
      </pc:sldChg>
      <pc:sldChg chg="modSp mod modClrScheme chgLayout">
        <pc:chgData name="wayne tay" userId="39c4b13678b694e3" providerId="Windows Live" clId="Web-{10D092FA-6E6F-434E-8A94-2F45ED19ECCA}" dt="2025-08-21T14:38:26.427" v="486"/>
        <pc:sldMkLst>
          <pc:docMk/>
          <pc:sldMk cId="2244151777" sldId="262"/>
        </pc:sldMkLst>
      </pc:sldChg>
      <pc:sldChg chg="modSp mod modClrScheme chgLayout">
        <pc:chgData name="wayne tay" userId="39c4b13678b694e3" providerId="Windows Live" clId="Web-{10D092FA-6E6F-434E-8A94-2F45ED19ECCA}" dt="2025-08-21T14:38:26.427" v="486"/>
        <pc:sldMkLst>
          <pc:docMk/>
          <pc:sldMk cId="432357488" sldId="263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432357488" sldId="263"/>
            <ac:spMk id="2" creationId="{D42E6D89-939E-DA49-FC3D-C471DAD145BF}"/>
          </ac:spMkLst>
        </pc:spChg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432357488" sldId="263"/>
            <ac:spMk id="3" creationId="{6ACD145E-5C90-D9C5-9013-2092697C68A5}"/>
          </ac:spMkLst>
        </pc:spChg>
      </pc:sldChg>
      <pc:sldChg chg="modSp mod modClrScheme chgLayout">
        <pc:chgData name="wayne tay" userId="39c4b13678b694e3" providerId="Windows Live" clId="Web-{10D092FA-6E6F-434E-8A94-2F45ED19ECCA}" dt="2025-08-21T14:42:30.139" v="568" actId="1076"/>
        <pc:sldMkLst>
          <pc:docMk/>
          <pc:sldMk cId="849903669" sldId="264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849903669" sldId="264"/>
            <ac:spMk id="2" creationId="{7F13BA2E-7C4A-C777-26B7-B1F8880F6B35}"/>
          </ac:spMkLst>
        </pc:spChg>
        <pc:picChg chg="mod ord">
          <ac:chgData name="wayne tay" userId="39c4b13678b694e3" providerId="Windows Live" clId="Web-{10D092FA-6E6F-434E-8A94-2F45ED19ECCA}" dt="2025-08-21T14:42:30.139" v="568" actId="1076"/>
          <ac:picMkLst>
            <pc:docMk/>
            <pc:sldMk cId="849903669" sldId="264"/>
            <ac:picMk id="4" creationId="{F4B532B0-9FAA-F152-E253-989DDF390DCF}"/>
          </ac:picMkLst>
        </pc:picChg>
      </pc:sldChg>
      <pc:sldChg chg="delSp modSp mod modClrScheme delDesignElem chgLayout">
        <pc:chgData name="wayne tay" userId="39c4b13678b694e3" providerId="Windows Live" clId="Web-{10D092FA-6E6F-434E-8A94-2F45ED19ECCA}" dt="2025-08-21T14:38:26.427" v="486"/>
        <pc:sldMkLst>
          <pc:docMk/>
          <pc:sldMk cId="3378599968" sldId="265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3378599968" sldId="265"/>
            <ac:spMk id="2" creationId="{00D7E1BD-9A19-931E-4C04-54D528FF1C78}"/>
          </ac:spMkLst>
        </pc:spChg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3378599968" sldId="265"/>
            <ac:spMk id="3" creationId="{75CB2E18-F59A-D530-E43B-EC4C78073B0C}"/>
          </ac:spMkLst>
        </pc:spChg>
      </pc:sldChg>
      <pc:sldChg chg="addSp delSp modSp new mod modClrScheme chgLayout">
        <pc:chgData name="wayne tay" userId="39c4b13678b694e3" providerId="Windows Live" clId="Web-{10D092FA-6E6F-434E-8A94-2F45ED19ECCA}" dt="2025-08-21T14:38:26.427" v="486"/>
        <pc:sldMkLst>
          <pc:docMk/>
          <pc:sldMk cId="3064827024" sldId="266"/>
        </pc:sldMkLst>
        <pc:spChg chg="mod ord">
          <ac:chgData name="wayne tay" userId="39c4b13678b694e3" providerId="Windows Live" clId="Web-{10D092FA-6E6F-434E-8A94-2F45ED19ECCA}" dt="2025-08-21T14:38:26.427" v="486"/>
          <ac:spMkLst>
            <pc:docMk/>
            <pc:sldMk cId="3064827024" sldId="266"/>
            <ac:spMk id="2" creationId="{CC0BAA74-62D7-57B5-56CC-F4596D1B4959}"/>
          </ac:spMkLst>
        </pc:spChg>
        <pc:picChg chg="add mod">
          <ac:chgData name="wayne tay" userId="39c4b13678b694e3" providerId="Windows Live" clId="Web-{10D092FA-6E6F-434E-8A94-2F45ED19ECCA}" dt="2025-08-19T08:42:25.537" v="26" actId="1076"/>
          <ac:picMkLst>
            <pc:docMk/>
            <pc:sldMk cId="3064827024" sldId="266"/>
            <ac:picMk id="5" creationId="{92F2C69E-0191-D0A2-9DFD-555B93B7B57C}"/>
          </ac:picMkLst>
        </pc:picChg>
      </pc:sldChg>
      <pc:sldChg chg="addSp delSp modSp new mod modClrScheme chgLayout">
        <pc:chgData name="wayne tay" userId="39c4b13678b694e3" providerId="Windows Live" clId="Web-{10D092FA-6E6F-434E-8A94-2F45ED19ECCA}" dt="2025-08-21T14:38:26.427" v="486"/>
        <pc:sldMkLst>
          <pc:docMk/>
          <pc:sldMk cId="1783003141" sldId="267"/>
        </pc:sldMkLst>
        <pc:picChg chg="add mod">
          <ac:chgData name="wayne tay" userId="39c4b13678b694e3" providerId="Windows Live" clId="Web-{10D092FA-6E6F-434E-8A94-2F45ED19ECCA}" dt="2025-08-19T08:42:16.068" v="20" actId="1076"/>
          <ac:picMkLst>
            <pc:docMk/>
            <pc:sldMk cId="1783003141" sldId="267"/>
            <ac:picMk id="5" creationId="{93BD3388-02D8-CC1B-4858-4DFB74589586}"/>
          </ac:picMkLst>
        </pc:picChg>
      </pc:sldChg>
      <pc:sldChg chg="addSp delSp modSp new mod modClrScheme chgLayout">
        <pc:chgData name="wayne tay" userId="39c4b13678b694e3" providerId="Windows Live" clId="Web-{10D092FA-6E6F-434E-8A94-2F45ED19ECCA}" dt="2025-08-21T14:58:56.614" v="661" actId="20577"/>
        <pc:sldMkLst>
          <pc:docMk/>
          <pc:sldMk cId="2902468725" sldId="268"/>
        </pc:sldMkLst>
        <pc:spChg chg="add mod">
          <ac:chgData name="wayne tay" userId="39c4b13678b694e3" providerId="Windows Live" clId="Web-{10D092FA-6E6F-434E-8A94-2F45ED19ECCA}" dt="2025-08-21T14:42:11.295" v="563" actId="20577"/>
          <ac:spMkLst>
            <pc:docMk/>
            <pc:sldMk cId="2902468725" sldId="268"/>
            <ac:spMk id="5" creationId="{E0205156-74FF-6106-4E9D-795F8A9DCAB9}"/>
          </ac:spMkLst>
        </pc:spChg>
      </pc:sldChg>
      <pc:sldChg chg="addSp delSp modSp new mod modClrScheme chgLayout">
        <pc:chgData name="wayne tay" userId="39c4b13678b694e3" providerId="Windows Live" clId="Web-{10D092FA-6E6F-434E-8A94-2F45ED19ECCA}" dt="2025-08-22T05:17:13.937" v="1702"/>
        <pc:sldMkLst>
          <pc:docMk/>
          <pc:sldMk cId="3977281526" sldId="269"/>
        </pc:sldMkLst>
        <pc:spChg chg="add mod">
          <ac:chgData name="wayne tay" userId="39c4b13678b694e3" providerId="Windows Live" clId="Web-{10D092FA-6E6F-434E-8A94-2F45ED19ECCA}" dt="2025-08-22T05:13:46.511" v="1642" actId="20577"/>
          <ac:spMkLst>
            <pc:docMk/>
            <pc:sldMk cId="3977281526" sldId="269"/>
            <ac:spMk id="2" creationId="{AC95727B-04CA-6983-33FE-E93FA865029B}"/>
          </ac:spMkLst>
        </pc:spChg>
        <pc:spChg chg="add mod">
          <ac:chgData name="wayne tay" userId="39c4b13678b694e3" providerId="Windows Live" clId="Web-{10D092FA-6E6F-434E-8A94-2F45ED19ECCA}" dt="2025-08-21T14:56:51.781" v="638" actId="1076"/>
          <ac:spMkLst>
            <pc:docMk/>
            <pc:sldMk cId="3977281526" sldId="269"/>
            <ac:spMk id="4" creationId="{2380D5C7-07CB-F9B8-0F4B-324A96B9CF12}"/>
          </ac:spMkLst>
        </pc:spChg>
        <pc:spChg chg="add mod">
          <ac:chgData name="wayne tay" userId="39c4b13678b694e3" providerId="Windows Live" clId="Web-{10D092FA-6E6F-434E-8A94-2F45ED19ECCA}" dt="2025-08-21T14:56:51.781" v="637" actId="1076"/>
          <ac:spMkLst>
            <pc:docMk/>
            <pc:sldMk cId="3977281526" sldId="269"/>
            <ac:spMk id="5" creationId="{B50342EA-4C2F-ADE9-09D4-87E9694E8B63}"/>
          </ac:spMkLst>
        </pc:spChg>
        <pc:spChg chg="add mod">
          <ac:chgData name="wayne tay" userId="39c4b13678b694e3" providerId="Windows Live" clId="Web-{10D092FA-6E6F-434E-8A94-2F45ED19ECCA}" dt="2025-08-21T14:56:51.781" v="636" actId="1076"/>
          <ac:spMkLst>
            <pc:docMk/>
            <pc:sldMk cId="3977281526" sldId="269"/>
            <ac:spMk id="6" creationId="{7D83DBDA-1BAF-B012-54CB-ABD7F2208833}"/>
          </ac:spMkLst>
        </pc:spChg>
        <pc:spChg chg="add mod">
          <ac:chgData name="wayne tay" userId="39c4b13678b694e3" providerId="Windows Live" clId="Web-{10D092FA-6E6F-434E-8A94-2F45ED19ECCA}" dt="2025-08-21T14:56:51.781" v="635" actId="1076"/>
          <ac:spMkLst>
            <pc:docMk/>
            <pc:sldMk cId="3977281526" sldId="269"/>
            <ac:spMk id="7" creationId="{38F54B57-D804-D3B0-5931-DD6257300BB5}"/>
          </ac:spMkLst>
        </pc:spChg>
        <pc:spChg chg="add mod">
          <ac:chgData name="wayne tay" userId="39c4b13678b694e3" providerId="Windows Live" clId="Web-{10D092FA-6E6F-434E-8A94-2F45ED19ECCA}" dt="2025-08-21T14:56:51.781" v="634" actId="1076"/>
          <ac:spMkLst>
            <pc:docMk/>
            <pc:sldMk cId="3977281526" sldId="269"/>
            <ac:spMk id="8" creationId="{526B1BAF-E4F0-910D-548B-F917FF4E9C7A}"/>
          </ac:spMkLst>
        </pc:spChg>
        <pc:spChg chg="add mod">
          <ac:chgData name="wayne tay" userId="39c4b13678b694e3" providerId="Windows Live" clId="Web-{10D092FA-6E6F-434E-8A94-2F45ED19ECCA}" dt="2025-08-21T14:56:51.781" v="633" actId="1076"/>
          <ac:spMkLst>
            <pc:docMk/>
            <pc:sldMk cId="3977281526" sldId="269"/>
            <ac:spMk id="9" creationId="{C825B510-519E-9C00-6D69-40FE01342388}"/>
          </ac:spMkLst>
        </pc:spChg>
        <pc:spChg chg="add mod">
          <ac:chgData name="wayne tay" userId="39c4b13678b694e3" providerId="Windows Live" clId="Web-{10D092FA-6E6F-434E-8A94-2F45ED19ECCA}" dt="2025-08-21T15:03:00.842" v="720" actId="1076"/>
          <ac:spMkLst>
            <pc:docMk/>
            <pc:sldMk cId="3977281526" sldId="269"/>
            <ac:spMk id="10" creationId="{EC71B7FE-11D9-439C-3685-20EAE7C3BEBB}"/>
          </ac:spMkLst>
        </pc:spChg>
        <pc:spChg chg="add mod">
          <ac:chgData name="wayne tay" userId="39c4b13678b694e3" providerId="Windows Live" clId="Web-{10D092FA-6E6F-434E-8A94-2F45ED19ECCA}" dt="2025-08-22T05:16:27.092" v="1695" actId="1076"/>
          <ac:spMkLst>
            <pc:docMk/>
            <pc:sldMk cId="3977281526" sldId="269"/>
            <ac:spMk id="11" creationId="{5EB4283C-A4C7-0F57-20E3-808B567660F0}"/>
          </ac:spMkLst>
        </pc:spChg>
        <pc:spChg chg="add mod">
          <ac:chgData name="wayne tay" userId="39c4b13678b694e3" providerId="Windows Live" clId="Web-{10D092FA-6E6F-434E-8A94-2F45ED19ECCA}" dt="2025-08-22T05:13:53.449" v="1643" actId="20577"/>
          <ac:spMkLst>
            <pc:docMk/>
            <pc:sldMk cId="3977281526" sldId="269"/>
            <ac:spMk id="13" creationId="{C08B8022-A222-4C46-3D4E-C7CE9D306CFB}"/>
          </ac:spMkLst>
        </pc:spChg>
        <pc:spChg chg="add mod ord">
          <ac:chgData name="wayne tay" userId="39c4b13678b694e3" providerId="Windows Live" clId="Web-{10D092FA-6E6F-434E-8A94-2F45ED19ECCA}" dt="2025-08-22T05:17:06.859" v="1701"/>
          <ac:spMkLst>
            <pc:docMk/>
            <pc:sldMk cId="3977281526" sldId="269"/>
            <ac:spMk id="14" creationId="{553B40AC-2D6A-FBF4-D12C-1B1B9113A0EA}"/>
          </ac:spMkLst>
        </pc:spChg>
        <pc:spChg chg="add mod">
          <ac:chgData name="wayne tay" userId="39c4b13678b694e3" providerId="Windows Live" clId="Web-{10D092FA-6E6F-434E-8A94-2F45ED19ECCA}" dt="2025-08-22T05:01:33.267" v="1604" actId="14100"/>
          <ac:spMkLst>
            <pc:docMk/>
            <pc:sldMk cId="3977281526" sldId="269"/>
            <ac:spMk id="25" creationId="{F0A1BA2D-3264-8E55-4D40-D8D1202E359D}"/>
          </ac:spMkLst>
        </pc:spChg>
        <pc:spChg chg="add mod">
          <ac:chgData name="wayne tay" userId="39c4b13678b694e3" providerId="Windows Live" clId="Web-{10D092FA-6E6F-434E-8A94-2F45ED19ECCA}" dt="2025-08-22T05:13:39.261" v="1639" actId="20577"/>
          <ac:spMkLst>
            <pc:docMk/>
            <pc:sldMk cId="3977281526" sldId="269"/>
            <ac:spMk id="26" creationId="{93C5B8E7-73C8-EFA9-D530-73F08950CD9C}"/>
          </ac:spMkLst>
        </pc:spChg>
        <pc:graphicFrameChg chg="add mod modGraphic">
          <ac:chgData name="wayne tay" userId="39c4b13678b694e3" providerId="Windows Live" clId="Web-{10D092FA-6E6F-434E-8A94-2F45ED19ECCA}" dt="2025-08-22T05:02:00.800" v="1614" actId="1076"/>
          <ac:graphicFrameMkLst>
            <pc:docMk/>
            <pc:sldMk cId="3977281526" sldId="269"/>
            <ac:graphicFrameMk id="16" creationId="{95D2E4A7-ED9B-141E-7E34-4F9E4650E467}"/>
          </ac:graphicFrameMkLst>
        </pc:graphicFrameChg>
        <pc:cxnChg chg="add mod">
          <ac:chgData name="wayne tay" userId="39c4b13678b694e3" providerId="Windows Live" clId="Web-{10D092FA-6E6F-434E-8A94-2F45ED19ECCA}" dt="2025-08-22T05:17:13.937" v="1702"/>
          <ac:cxnSpMkLst>
            <pc:docMk/>
            <pc:sldMk cId="3977281526" sldId="269"/>
            <ac:cxnSpMk id="12" creationId="{1D9D8A05-C4DC-0C99-C520-821234BFB975}"/>
          </ac:cxnSpMkLst>
        </pc:cxnChg>
      </pc:sldChg>
      <pc:sldChg chg="addSp delSp modSp new">
        <pc:chgData name="wayne tay" userId="39c4b13678b694e3" providerId="Windows Live" clId="Web-{10D092FA-6E6F-434E-8A94-2F45ED19ECCA}" dt="2025-08-22T05:21:49.482" v="1757" actId="20577"/>
        <pc:sldMkLst>
          <pc:docMk/>
          <pc:sldMk cId="3991726225" sldId="270"/>
        </pc:sldMkLst>
        <pc:spChg chg="mod">
          <ac:chgData name="wayne tay" userId="39c4b13678b694e3" providerId="Windows Live" clId="Web-{10D092FA-6E6F-434E-8A94-2F45ED19ECCA}" dt="2025-08-22T05:21:49.482" v="1757" actId="20577"/>
          <ac:spMkLst>
            <pc:docMk/>
            <pc:sldMk cId="3991726225" sldId="270"/>
            <ac:spMk id="3" creationId="{1F55D637-565F-9C04-F711-54C3F512991E}"/>
          </ac:spMkLst>
        </pc:spChg>
        <pc:picChg chg="add mod">
          <ac:chgData name="wayne tay" userId="39c4b13678b694e3" providerId="Windows Live" clId="Web-{10D092FA-6E6F-434E-8A94-2F45ED19ECCA}" dt="2025-08-22T05:18:06.626" v="1718" actId="1076"/>
          <ac:picMkLst>
            <pc:docMk/>
            <pc:sldMk cId="3991726225" sldId="270"/>
            <ac:picMk id="4" creationId="{577B0A12-A458-A6D6-01A3-64040876A611}"/>
          </ac:picMkLst>
        </pc:picChg>
        <pc:picChg chg="add mod">
          <ac:chgData name="wayne tay" userId="39c4b13678b694e3" providerId="Windows Live" clId="Web-{10D092FA-6E6F-434E-8A94-2F45ED19ECCA}" dt="2025-08-22T05:18:10.533" v="1720" actId="14100"/>
          <ac:picMkLst>
            <pc:docMk/>
            <pc:sldMk cId="3991726225" sldId="270"/>
            <ac:picMk id="7" creationId="{ED565F97-B30C-D798-E478-1D083DF88187}"/>
          </ac:picMkLst>
        </pc:picChg>
      </pc:sldChg>
      <pc:sldChg chg="addSp delSp modSp new">
        <pc:chgData name="wayne tay" userId="39c4b13678b694e3" providerId="Windows Live" clId="Web-{10D092FA-6E6F-434E-8A94-2F45ED19ECCA}" dt="2025-08-22T05:22:40.187" v="1761" actId="14100"/>
        <pc:sldMkLst>
          <pc:docMk/>
          <pc:sldMk cId="1513965885" sldId="271"/>
        </pc:sldMkLst>
        <pc:spChg chg="mod">
          <ac:chgData name="wayne tay" userId="39c4b13678b694e3" providerId="Windows Live" clId="Web-{10D092FA-6E6F-434E-8A94-2F45ED19ECCA}" dt="2025-08-22T05:22:12.827" v="1758" actId="20577"/>
          <ac:spMkLst>
            <pc:docMk/>
            <pc:sldMk cId="1513965885" sldId="271"/>
            <ac:spMk id="3" creationId="{677E08AD-EDB6-44B7-189E-699FE9975C0C}"/>
          </ac:spMkLst>
        </pc:spChg>
        <pc:picChg chg="add mod">
          <ac:chgData name="wayne tay" userId="39c4b13678b694e3" providerId="Windows Live" clId="Web-{10D092FA-6E6F-434E-8A94-2F45ED19ECCA}" dt="2025-08-22T05:22:40.187" v="1761" actId="14100"/>
          <ac:picMkLst>
            <pc:docMk/>
            <pc:sldMk cId="1513965885" sldId="271"/>
            <ac:picMk id="4" creationId="{EAA48E21-D6D8-BB78-8FDF-556DA925856F}"/>
          </ac:picMkLst>
        </pc:picChg>
      </pc:sldChg>
      <pc:sldMasterChg chg="del delSldLayout">
        <pc:chgData name="wayne tay" userId="39c4b13678b694e3" providerId="Windows Live" clId="Web-{10D092FA-6E6F-434E-8A94-2F45ED19ECCA}" dt="2025-08-21T14:37:54.035" v="484"/>
        <pc:sldMasterMkLst>
          <pc:docMk/>
          <pc:sldMasterMk cId="3221134675" sldId="2147483648"/>
        </pc:sldMasterMkLst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1334484747" sldId="2147483649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2392236802" sldId="2147483650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2154042259" sldId="2147483651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597651056" sldId="2147483652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1644048710" sldId="2147483653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1864656770" sldId="2147483654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3410961386" sldId="2147483655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361526853" sldId="2147483656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3012263201" sldId="2147483657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118045649" sldId="2147483658"/>
          </pc:sldLayoutMkLst>
        </pc:sldLayoutChg>
        <pc:sldLayoutChg chg="del">
          <pc:chgData name="wayne tay" userId="39c4b13678b694e3" providerId="Windows Live" clId="Web-{10D092FA-6E6F-434E-8A94-2F45ED19ECCA}" dt="2025-08-21T14:37:54.035" v="484"/>
          <pc:sldLayoutMkLst>
            <pc:docMk/>
            <pc:sldMasterMk cId="3221134675" sldId="2147483648"/>
            <pc:sldLayoutMk cId="4095651481" sldId="2147483659"/>
          </pc:sldLayoutMkLst>
        </pc:sldLayoutChg>
      </pc:sldMasterChg>
      <pc:sldMasterChg chg="add del addSldLayout delSldLayout modSldLayout">
        <pc:chgData name="wayne tay" userId="39c4b13678b694e3" providerId="Windows Live" clId="Web-{10D092FA-6E6F-434E-8A94-2F45ED19ECCA}" dt="2025-08-21T14:37:57.285" v="485"/>
        <pc:sldMasterMkLst>
          <pc:docMk/>
          <pc:sldMasterMk cId="2530233699" sldId="2147483660"/>
        </pc:sldMasterMkLst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3433037337" sldId="2147483661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2589464247" sldId="2147483662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622228692" sldId="2147483663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296791561" sldId="2147483664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1066508616" sldId="2147483665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2941753302" sldId="2147483666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4267585204" sldId="2147483667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2851895601" sldId="2147483668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1739846663" sldId="2147483669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3434631159" sldId="2147483670"/>
          </pc:sldLayoutMkLst>
        </pc:sldLayoutChg>
        <pc:sldLayoutChg chg="add del mod replId">
          <pc:chgData name="wayne tay" userId="39c4b13678b694e3" providerId="Windows Live" clId="Web-{10D092FA-6E6F-434E-8A94-2F45ED19ECCA}" dt="2025-08-21T14:37:57.285" v="485"/>
          <pc:sldLayoutMkLst>
            <pc:docMk/>
            <pc:sldMasterMk cId="2530233699" sldId="2147483660"/>
            <pc:sldLayoutMk cId="853920042" sldId="2147483671"/>
          </pc:sldLayoutMkLst>
        </pc:sldLayoutChg>
      </pc:sldMasterChg>
      <pc:sldMasterChg chg="add del addSldLayout delSldLayout modSldLayout">
        <pc:chgData name="wayne tay" userId="39c4b13678b694e3" providerId="Windows Live" clId="Web-{10D092FA-6E6F-434E-8A94-2F45ED19ECCA}" dt="2025-08-21T14:38:26.427" v="486"/>
        <pc:sldMasterMkLst>
          <pc:docMk/>
          <pc:sldMasterMk cId="2761010452" sldId="2147483672"/>
        </pc:sldMasterMkLst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2855065958" sldId="2147483673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297383309" sldId="2147483674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753261144" sldId="2147483675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3260178509" sldId="2147483676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2545524754" sldId="2147483677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3418409696" sldId="2147483678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3014134969" sldId="2147483679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3125838767" sldId="2147483680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956821747" sldId="2147483681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3488805008" sldId="2147483682"/>
          </pc:sldLayoutMkLst>
        </pc:sldLayoutChg>
        <pc:sldLayoutChg chg="add del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2761010452" sldId="2147483672"/>
            <pc:sldLayoutMk cId="2296775413" sldId="2147483683"/>
          </pc:sldLayoutMkLst>
        </pc:sldLayoutChg>
      </pc:sldMasterChg>
      <pc:sldMasterChg chg="add addSldLayout modSldLayout">
        <pc:chgData name="wayne tay" userId="39c4b13678b694e3" providerId="Windows Live" clId="Web-{10D092FA-6E6F-434E-8A94-2F45ED19ECCA}" dt="2025-08-21T14:38:26.427" v="486"/>
        <pc:sldMasterMkLst>
          <pc:docMk/>
          <pc:sldMasterMk cId="965818808" sldId="2147483684"/>
        </pc:sldMasterMkLst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3486166154" sldId="2147483685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1972111621" sldId="2147483686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3225489547" sldId="2147483687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785636143" sldId="2147483688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3162891843" sldId="2147483689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120831698" sldId="2147483690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1447926050" sldId="2147483691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1908716739" sldId="2147483692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2418526364" sldId="2147483693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1645633616" sldId="2147483694"/>
          </pc:sldLayoutMkLst>
        </pc:sldLayoutChg>
        <pc:sldLayoutChg chg="add mod replId">
          <pc:chgData name="wayne tay" userId="39c4b13678b694e3" providerId="Windows Live" clId="Web-{10D092FA-6E6F-434E-8A94-2F45ED19ECCA}" dt="2025-08-21T14:38:26.427" v="486"/>
          <pc:sldLayoutMkLst>
            <pc:docMk/>
            <pc:sldMasterMk cId="965818808" sldId="2147483684"/>
            <pc:sldLayoutMk cId="3252995149" sldId="21474836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66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11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489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3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89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3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0871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852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3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9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1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>
                <a:ea typeface="+mj-lt"/>
                <a:cs typeface="+mj-lt"/>
              </a:rPr>
              <a:t>DeepRMSA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B6FA91-A5FC-3078-4F0E-1A5AA3A0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508255" cy="1371600"/>
          </a:xfrm>
        </p:spPr>
        <p:txBody>
          <a:bodyPr/>
          <a:lstStyle/>
          <a:p>
            <a:r>
              <a:rPr lang="zh-TW" altLang="en-US">
                <a:ea typeface="新細明體"/>
              </a:rPr>
              <a:t>第一段落(introduction background)</a:t>
            </a:r>
            <a:endParaRPr lang="zh-TW" altLang="en-US" dirty="0">
              <a:ea typeface="新細明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041069-9D8A-C844-9D44-1F5DA13B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262626"/>
              </a:buClr>
            </a:pPr>
            <a:r>
              <a:rPr lang="zh-TW" dirty="0">
                <a:ea typeface="+mn-lt"/>
                <a:cs typeface="+mn-lt"/>
              </a:rPr>
              <a:t>有鑑於現今 </a:t>
            </a:r>
            <a:r>
              <a:rPr lang="zh-TW" b="1" dirty="0">
                <a:ea typeface="+mn-lt"/>
                <a:cs typeface="+mn-lt"/>
              </a:rPr>
              <a:t>彈性光網路 (Elastic Optical Networking, EON)</a:t>
            </a:r>
            <a:r>
              <a:rPr lang="zh-TW" dirty="0">
                <a:ea typeface="+mn-lt"/>
                <a:cs typeface="+mn-lt"/>
              </a:rPr>
              <a:t> 相比傳統 </a:t>
            </a:r>
            <a:r>
              <a:rPr lang="zh-TW" b="1" dirty="0">
                <a:ea typeface="+mn-lt"/>
                <a:cs typeface="+mn-lt"/>
              </a:rPr>
              <a:t>固定網格</a:t>
            </a:r>
            <a:r>
              <a:rPr lang="zh-TW" altLang="en-US" b="1" dirty="0">
                <a:ea typeface="+mn-lt"/>
                <a:cs typeface="+mn-lt"/>
              </a:rPr>
              <a:t>波分多工 </a:t>
            </a:r>
            <a:r>
              <a:rPr lang="en-US" altLang="zh-TW" b="1" dirty="0">
                <a:ea typeface="+mn-lt"/>
                <a:cs typeface="+mn-lt"/>
              </a:rPr>
              <a:t>(Wavelength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Division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Multiplexing,</a:t>
            </a:r>
            <a:r>
              <a:rPr lang="zh-TW" b="1" dirty="0">
                <a:ea typeface="+mn-lt"/>
                <a:cs typeface="+mn-lt"/>
              </a:rPr>
              <a:t> WDM</a:t>
            </a:r>
            <a:r>
              <a:rPr lang="en-US" altLang="zh-TW" b="1" dirty="0">
                <a:ea typeface="+mn-lt"/>
                <a:cs typeface="+mn-lt"/>
              </a:rPr>
              <a:t>)</a:t>
            </a:r>
            <a:r>
              <a:rPr lang="zh-TW" dirty="0">
                <a:ea typeface="+mn-lt"/>
                <a:cs typeface="+mn-lt"/>
              </a:rPr>
              <a:t>，能透過組合更細粒度的副載波靈活建立可變頻寬通道，並依據光路的 </a:t>
            </a:r>
            <a:r>
              <a:rPr lang="zh-TW" altLang="en-US" b="1" dirty="0">
                <a:ea typeface="+mn-lt"/>
                <a:cs typeface="+mn-lt"/>
              </a:rPr>
              <a:t>傳輸品質 </a:t>
            </a:r>
            <a:r>
              <a:rPr lang="zh-TW" b="1" dirty="0">
                <a:ea typeface="+mn-lt"/>
                <a:cs typeface="+mn-lt"/>
              </a:rPr>
              <a:t>(Quality of Transmission</a:t>
            </a:r>
            <a:r>
              <a:rPr lang="en-US" altLang="zh-TW" b="1" dirty="0">
                <a:ea typeface="+mn-lt"/>
                <a:cs typeface="+mn-lt"/>
              </a:rPr>
              <a:t>,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 err="1">
                <a:ea typeface="+mn-lt"/>
                <a:cs typeface="+mn-lt"/>
              </a:rPr>
              <a:t>QoT</a:t>
            </a:r>
            <a:r>
              <a:rPr lang="zh-TW" b="1" dirty="0">
                <a:ea typeface="+mn-lt"/>
                <a:cs typeface="+mn-lt"/>
              </a:rPr>
              <a:t>)</a:t>
            </a:r>
            <a:r>
              <a:rPr lang="zh-TW" dirty="0">
                <a:ea typeface="+mn-lt"/>
                <a:cs typeface="+mn-lt"/>
              </a:rPr>
              <a:t> 動態調整調變格式，因此已成為新一代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zh-TW" b="1" dirty="0">
                <a:ea typeface="+mn-lt"/>
                <a:cs typeface="+mn-lt"/>
              </a:rPr>
              <a:t>骨幹網路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(backbone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network)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zh-TW" dirty="0">
                <a:ea typeface="+mn-lt"/>
                <a:cs typeface="+mn-lt"/>
              </a:rPr>
              <a:t>最具前景的技術之一。</a:t>
            </a:r>
            <a:endParaRPr lang="zh-TW" alt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endParaRPr lang="zh-TW" alt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zh-TW" dirty="0">
                <a:ea typeface="+mn-lt"/>
                <a:cs typeface="+mn-lt"/>
              </a:rPr>
              <a:t>早期研究多以 </a:t>
            </a:r>
            <a:r>
              <a:rPr lang="zh-TW" b="1" dirty="0">
                <a:ea typeface="+mn-lt"/>
                <a:cs typeface="+mn-lt"/>
              </a:rPr>
              <a:t>整數線性規劃 </a:t>
            </a:r>
            <a:r>
              <a:rPr lang="en-US" altLang="zh-TW" b="1" dirty="0">
                <a:ea typeface="+mn-lt"/>
                <a:cs typeface="+mn-lt"/>
              </a:rPr>
              <a:t>(</a:t>
            </a:r>
            <a:r>
              <a:rPr lang="zh-TW" b="1" dirty="0">
                <a:ea typeface="+mn-lt"/>
                <a:cs typeface="+mn-lt"/>
              </a:rPr>
              <a:t>I</a:t>
            </a:r>
            <a:r>
              <a:rPr lang="en-US" altLang="zh-TW" b="1" dirty="0" err="1">
                <a:ea typeface="+mn-lt"/>
                <a:cs typeface="+mn-lt"/>
              </a:rPr>
              <a:t>nteger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Linear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Programming,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I</a:t>
            </a:r>
            <a:r>
              <a:rPr lang="zh-TW" b="1" dirty="0">
                <a:ea typeface="+mn-lt"/>
                <a:cs typeface="+mn-lt"/>
              </a:rPr>
              <a:t>LP</a:t>
            </a:r>
            <a:r>
              <a:rPr lang="en-US" altLang="zh-TW" b="1" dirty="0">
                <a:ea typeface="+mn-lt"/>
                <a:cs typeface="+mn-lt"/>
              </a:rPr>
              <a:t>)</a:t>
            </a:r>
            <a:r>
              <a:rPr lang="zh-TW" dirty="0">
                <a:ea typeface="+mn-lt"/>
                <a:cs typeface="+mn-lt"/>
              </a:rPr>
              <a:t> 模型解決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zh-TW" altLang="en-US" b="1" dirty="0">
                <a:ea typeface="+mn-lt"/>
                <a:cs typeface="+mn-lt"/>
              </a:rPr>
              <a:t>路由、調變與頻譜分配 </a:t>
            </a:r>
            <a:r>
              <a:rPr lang="en-US" altLang="zh-TW" b="1" dirty="0">
                <a:ea typeface="+mn-lt"/>
                <a:cs typeface="+mn-lt"/>
              </a:rPr>
              <a:t>(</a:t>
            </a:r>
            <a:r>
              <a:rPr lang="zh-TW" b="1" dirty="0">
                <a:ea typeface="+mn-lt"/>
                <a:cs typeface="+mn-lt"/>
              </a:rPr>
              <a:t>R</a:t>
            </a:r>
            <a:r>
              <a:rPr lang="en-US" altLang="zh-TW" b="1" dirty="0">
                <a:ea typeface="+mn-lt"/>
                <a:cs typeface="+mn-lt"/>
              </a:rPr>
              <a:t>outing,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zh-TW" b="1" dirty="0">
                <a:ea typeface="+mn-lt"/>
                <a:cs typeface="+mn-lt"/>
              </a:rPr>
              <a:t>M</a:t>
            </a:r>
            <a:r>
              <a:rPr lang="en-US" altLang="zh-TW" b="1" dirty="0" err="1">
                <a:ea typeface="+mn-lt"/>
                <a:cs typeface="+mn-lt"/>
              </a:rPr>
              <a:t>odulation</a:t>
            </a:r>
            <a:r>
              <a:rPr lang="en-US" altLang="zh-TW" b="1" dirty="0">
                <a:ea typeface="+mn-lt"/>
                <a:cs typeface="+mn-lt"/>
              </a:rPr>
              <a:t>,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and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zh-TW" b="1" dirty="0">
                <a:ea typeface="+mn-lt"/>
                <a:cs typeface="+mn-lt"/>
              </a:rPr>
              <a:t>Sp</a:t>
            </a:r>
            <a:r>
              <a:rPr lang="en-US" altLang="zh-TW" b="1" dirty="0" err="1">
                <a:ea typeface="+mn-lt"/>
                <a:cs typeface="+mn-lt"/>
              </a:rPr>
              <a:t>ectrum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zh-TW" b="1" dirty="0">
                <a:ea typeface="+mn-lt"/>
                <a:cs typeface="+mn-lt"/>
              </a:rPr>
              <a:t>As</a:t>
            </a:r>
            <a:r>
              <a:rPr lang="en-US" altLang="zh-TW" b="1" dirty="0" err="1">
                <a:ea typeface="+mn-lt"/>
                <a:cs typeface="+mn-lt"/>
              </a:rPr>
              <a:t>signment</a:t>
            </a:r>
            <a:r>
              <a:rPr lang="en-US" altLang="zh-TW" b="1" dirty="0">
                <a:ea typeface="+mn-lt"/>
                <a:cs typeface="+mn-lt"/>
              </a:rPr>
              <a:t>,</a:t>
            </a:r>
            <a:r>
              <a:rPr lang="zh-TW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RMSA)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zh-TW" dirty="0">
                <a:ea typeface="+mn-lt"/>
                <a:cs typeface="+mn-lt"/>
              </a:rPr>
              <a:t>問題，雖然能得到最優解，但由於 </a:t>
            </a:r>
            <a:r>
              <a:rPr lang="en-US" altLang="zh-TW" b="1" dirty="0">
                <a:ea typeface="+mn-lt"/>
                <a:cs typeface="+mn-lt"/>
              </a:rPr>
              <a:t>RMSA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zh-TW" dirty="0">
                <a:ea typeface="+mn-lt"/>
                <a:cs typeface="+mn-lt"/>
              </a:rPr>
              <a:t>屬於 </a:t>
            </a:r>
            <a:r>
              <a:rPr lang="en-US" altLang="zh-TW" b="1" dirty="0">
                <a:ea typeface="+mn-lt"/>
                <a:cs typeface="+mn-lt"/>
              </a:rPr>
              <a:t>NP-hard</a:t>
            </a:r>
            <a:r>
              <a:rPr lang="zh-TW" dirty="0">
                <a:ea typeface="+mn-lt"/>
                <a:cs typeface="+mn-lt"/>
              </a:rPr>
              <a:t>，因此 </a:t>
            </a:r>
            <a:r>
              <a:rPr lang="zh-TW" b="1" dirty="0">
                <a:ea typeface="+mn-lt"/>
                <a:cs typeface="+mn-lt"/>
              </a:rPr>
              <a:t>ILP</a:t>
            </a:r>
            <a:r>
              <a:rPr lang="zh-TW" dirty="0">
                <a:ea typeface="+mn-lt"/>
                <a:cs typeface="+mn-lt"/>
              </a:rPr>
              <a:t> 無法處理大規模網路。針對動態 </a:t>
            </a:r>
            <a:r>
              <a:rPr lang="en-US" altLang="zh-TW" b="1" dirty="0">
                <a:ea typeface="+mn-lt"/>
                <a:cs typeface="+mn-lt"/>
              </a:rPr>
              <a:t>RMSA</a:t>
            </a:r>
            <a:r>
              <a:rPr lang="zh-TW" dirty="0">
                <a:ea typeface="+mn-lt"/>
                <a:cs typeface="+mn-lt"/>
              </a:rPr>
              <a:t>，光路需求的隨機到達與釋放，加上未來流量的不確定性，會導致網路狀態劇烈波動，且</a:t>
            </a:r>
            <a:r>
              <a:rPr lang="zh-TW" altLang="en-US" dirty="0">
                <a:ea typeface="+mn-lt"/>
                <a:cs typeface="+mn-lt"/>
              </a:rPr>
              <a:t>多依靠經驗法法則</a:t>
            </a:r>
            <a:r>
              <a:rPr lang="en-US" altLang="zh-TW" dirty="0">
                <a:ea typeface="+mn-lt"/>
                <a:cs typeface="+mn-lt"/>
              </a:rPr>
              <a:t>,</a:t>
            </a:r>
            <a:r>
              <a:rPr lang="zh-TW" dirty="0">
                <a:ea typeface="+mn-lt"/>
                <a:cs typeface="+mn-lt"/>
              </a:rPr>
              <a:t>使得依靠當前狀態的傳統演算法難以維持效能。因此，更適合引入 </a:t>
            </a:r>
            <a:r>
              <a:rPr lang="zh-TW" b="1" dirty="0">
                <a:ea typeface="+mn-lt"/>
                <a:cs typeface="+mn-lt"/>
              </a:rPr>
              <a:t>深度強化學習 </a:t>
            </a:r>
            <a:r>
              <a:rPr lang="en-US" altLang="zh-TW" b="1" dirty="0">
                <a:ea typeface="+mn-lt"/>
                <a:cs typeface="+mn-lt"/>
              </a:rPr>
              <a:t>(Deep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Reinforcement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 err="1">
                <a:ea typeface="+mn-lt"/>
                <a:cs typeface="+mn-lt"/>
              </a:rPr>
              <a:t>Learni</a:t>
            </a:r>
            <a:r>
              <a:rPr lang="zh-TW" b="1" dirty="0">
                <a:ea typeface="+mn-lt"/>
                <a:cs typeface="+mn-lt"/>
              </a:rPr>
              <a:t>n</a:t>
            </a:r>
            <a:r>
              <a:rPr lang="en-US" altLang="zh-TW" b="1" dirty="0">
                <a:ea typeface="+mn-lt"/>
                <a:cs typeface="+mn-lt"/>
              </a:rPr>
              <a:t>g,</a:t>
            </a:r>
            <a:r>
              <a:rPr lang="zh-TW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DRL)</a:t>
            </a:r>
            <a:r>
              <a:rPr lang="zh-TW" dirty="0">
                <a:ea typeface="+mn-lt"/>
                <a:cs typeface="+mn-lt"/>
              </a:rPr>
              <a:t>，透過 </a:t>
            </a:r>
            <a:r>
              <a:rPr lang="zh-TW" b="1" dirty="0">
                <a:ea typeface="+mn-lt"/>
                <a:cs typeface="+mn-lt"/>
              </a:rPr>
              <a:t>深度神經網路 </a:t>
            </a:r>
            <a:r>
              <a:rPr lang="en-US" altLang="zh-TW" b="1" dirty="0">
                <a:ea typeface="+mn-lt"/>
                <a:cs typeface="+mn-lt"/>
              </a:rPr>
              <a:t>(Deep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Neural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Network,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DNN)</a:t>
            </a:r>
            <a:r>
              <a:rPr lang="zh-TW" dirty="0">
                <a:ea typeface="+mn-lt"/>
                <a:cs typeface="+mn-lt"/>
              </a:rPr>
              <a:t> 對 </a:t>
            </a:r>
            <a:r>
              <a:rPr lang="en-US" altLang="zh-TW" b="1" dirty="0">
                <a:ea typeface="+mn-lt"/>
                <a:cs typeface="+mn-lt"/>
              </a:rPr>
              <a:t>RMSA</a:t>
            </a:r>
            <a:r>
              <a:rPr lang="zh-TW" dirty="0">
                <a:ea typeface="+mn-lt"/>
                <a:cs typeface="+mn-lt"/>
              </a:rPr>
              <a:t> 策略進行參數化學習，逐步演化出能隨時間調整的最佳化策略。</a:t>
            </a:r>
            <a:endParaRPr lang="zh-TW" dirty="0"/>
          </a:p>
          <a:p>
            <a:pPr>
              <a:buClr>
                <a:srgbClr val="262626"/>
              </a:buClr>
            </a:pPr>
            <a:endParaRPr lang="zh-TW" dirty="0">
              <a:latin typeface="Century Gothic"/>
              <a:ea typeface="PMingLiU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4CF92F-647B-7891-E2B4-7EA76943279C}"/>
              </a:ext>
            </a:extLst>
          </p:cNvPr>
          <p:cNvSpPr/>
          <p:nvPr/>
        </p:nvSpPr>
        <p:spPr>
          <a:xfrm>
            <a:off x="6453806" y="5893177"/>
            <a:ext cx="4755854" cy="6163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>
                <a:ea typeface="新細明體"/>
              </a:rPr>
              <a:t>Modulation:把數位訊號轉成光纖傳輸的波形</a:t>
            </a:r>
            <a:endParaRPr lang="zh-TW"/>
          </a:p>
          <a:p>
            <a:r>
              <a:rPr lang="zh-TW" altLang="en-US">
                <a:ea typeface="新細明體"/>
              </a:rPr>
              <a:t>Backbone:</a:t>
            </a:r>
            <a:r>
              <a:rPr lang="zh-TW" altLang="en-US">
                <a:ea typeface="新細明體"/>
                <a:cs typeface="+mn-lt"/>
              </a:rPr>
              <a:t>承載大量跨區域流量的主幹網路</a:t>
            </a:r>
            <a:endParaRPr lang="zh-TW" altLang="en-US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454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45A7E-3843-AC9D-EA11-7E2DE9C1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RMSA研究​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ABC501-3D67-2FFF-2AC7-CAA2ABBF2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262626"/>
              </a:buClr>
            </a:pPr>
            <a:r>
              <a:rPr lang="zh-TW" dirty="0">
                <a:ea typeface="+mn-lt"/>
                <a:cs typeface="+mn-lt"/>
              </a:rPr>
              <a:t>目標：在給定流量需求下，最小化所需最大頻譜資源</a:t>
            </a:r>
            <a:endParaRPr lang="zh-TW" altLang="en-US" b="1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zh-TW" b="1" dirty="0">
                <a:ea typeface="+mn-lt"/>
                <a:cs typeface="+mn-lt"/>
              </a:rPr>
              <a:t>Balanced Load Spectrum Allocation</a:t>
            </a:r>
            <a:r>
              <a:rPr lang="zh-TW" dirty="0">
                <a:ea typeface="+mn-lt"/>
                <a:cs typeface="+mn-lt"/>
              </a:rPr>
              <a:t> </a:t>
            </a:r>
            <a:endParaRPr lang="zh-TW" altLang="en-US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zh-TW" b="1" dirty="0">
                <a:ea typeface="+mn-lt"/>
                <a:cs typeface="+mn-lt"/>
              </a:rPr>
              <a:t>Shortest Path with Maximum Spectrum Reuse</a:t>
            </a:r>
            <a:endParaRPr lang="zh-TW" b="1" dirty="0"/>
          </a:p>
          <a:p>
            <a:pPr>
              <a:buClr>
                <a:srgbClr val="262626"/>
              </a:buClr>
              <a:buFont typeface="Garamond"/>
            </a:pPr>
            <a:r>
              <a:rPr lang="zh-TW" altLang="en-US" dirty="0">
                <a:ea typeface="+mn-lt"/>
                <a:cs typeface="+mn-lt"/>
              </a:rPr>
              <a:t>目標 : 決定光路需求服務順序</a:t>
            </a:r>
            <a:endParaRPr lang="zh-TW" altLang="en-US" b="1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zh-TW" b="1" dirty="0">
                <a:ea typeface="+mn-lt"/>
                <a:cs typeface="+mn-lt"/>
              </a:rPr>
              <a:t>擬退火法 (Simulated Annealing)</a:t>
            </a:r>
            <a:r>
              <a:rPr lang="zh-TW" dirty="0">
                <a:ea typeface="+mn-lt"/>
                <a:cs typeface="+mn-lt"/>
              </a:rPr>
              <a:t> </a:t>
            </a:r>
            <a:endParaRPr lang="zh-TW" altLang="en-US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en-US" altLang="zh-TW" b="1" dirty="0">
                <a:ea typeface="+mn-lt"/>
                <a:cs typeface="+mn-lt"/>
              </a:rPr>
              <a:t>K-Shortest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Path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+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First-Fit</a:t>
            </a:r>
            <a:r>
              <a:rPr lang="zh-TW" altLang="en-US" b="1" dirty="0">
                <a:ea typeface="+mn-lt"/>
                <a:cs typeface="+mn-lt"/>
              </a:rPr>
              <a:t> </a:t>
            </a:r>
            <a:r>
              <a:rPr lang="en-US" altLang="zh-TW" b="1" dirty="0">
                <a:ea typeface="+mn-lt"/>
                <a:cs typeface="+mn-lt"/>
              </a:rPr>
              <a:t>(KSP-FF)</a:t>
            </a:r>
            <a:endParaRPr lang="en-US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en-US" altLang="zh-TW" b="1" dirty="0" err="1">
                <a:ea typeface="新細明體"/>
                <a:cs typeface="+mn-lt"/>
              </a:rPr>
              <a:t>目標</a:t>
            </a:r>
            <a:r>
              <a:rPr lang="en-US" altLang="zh-TW" b="1" dirty="0">
                <a:ea typeface="新細明體"/>
                <a:cs typeface="+mn-lt"/>
              </a:rPr>
              <a:t> : </a:t>
            </a:r>
            <a:r>
              <a:rPr lang="en-US" altLang="zh-TW" b="1" dirty="0" err="1">
                <a:ea typeface="新細明體"/>
                <a:cs typeface="+mn-lt"/>
              </a:rPr>
              <a:t>減輕頻譜碎片化</a:t>
            </a:r>
            <a:endParaRPr lang="zh-TW" altLang="en-US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</a:pPr>
            <a:r>
              <a:rPr lang="en-US" altLang="zh-TW" b="1" dirty="0">
                <a:ea typeface="+mn-lt"/>
                <a:cs typeface="+mn-lt"/>
              </a:rPr>
              <a:t>Fragmentation-aware </a:t>
            </a:r>
            <a:r>
              <a:rPr lang="en-US" b="1" dirty="0">
                <a:ea typeface="+mn-lt"/>
                <a:cs typeface="+mn-lt"/>
              </a:rPr>
              <a:t>RMSA</a:t>
            </a:r>
            <a:r>
              <a:rPr lang="en-US" altLang="zh-TW" b="1" dirty="0">
                <a:ea typeface="+mn-lt"/>
                <a:cs typeface="+mn-lt"/>
              </a:rPr>
              <a:t> Algorithm</a:t>
            </a:r>
            <a:endParaRPr lang="zh-TW" alt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r>
              <a:rPr lang="zh-TW" dirty="0">
                <a:ea typeface="+mn-lt"/>
                <a:cs typeface="+mn-lt"/>
              </a:rPr>
              <a:t>目標：實現狀態感知的動態 RMSA</a:t>
            </a:r>
            <a:endParaRPr lang="zh-TW" altLang="en-US" b="1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r>
              <a:rPr lang="en-US" altLang="zh-TW" b="1" dirty="0">
                <a:ea typeface="+mn-lt"/>
                <a:cs typeface="+mn-lt"/>
              </a:rPr>
              <a:t>Muti-path routing</a:t>
            </a:r>
            <a:endParaRPr lang="en-US" altLang="zh-TW" dirty="0">
              <a:ea typeface="+mn-lt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endParaRPr lang="zh-TW" dirty="0">
              <a:ea typeface="新細明體"/>
              <a:cs typeface="+mn-lt"/>
            </a:endParaRPr>
          </a:p>
          <a:p>
            <a:pPr>
              <a:buClr>
                <a:srgbClr val="262626"/>
              </a:buClr>
              <a:buFont typeface="Garamond"/>
              <a:buChar char="◦"/>
            </a:pPr>
            <a:endParaRPr lang="zh-TW" altLang="en-US" b="1" dirty="0">
              <a:ea typeface="新細明體"/>
              <a:cs typeface="+mn-lt"/>
            </a:endParaRPr>
          </a:p>
          <a:p>
            <a:pPr marL="0" indent="0">
              <a:buNone/>
            </a:pPr>
            <a:endParaRPr lang="zh-TW" altLang="en-US" dirty="0">
              <a:ea typeface="新細明體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645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BC61F3-D9A9-46DE-8FB2-5016F2CD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新細明體"/>
              </a:rPr>
              <a:t>第</a:t>
            </a:r>
            <a:r>
              <a:rPr lang="zh-TW" altLang="en-US">
                <a:ea typeface="新細明體"/>
              </a:rPr>
              <a:t>二</a:t>
            </a:r>
            <a:r>
              <a:rPr lang="zh-TW">
                <a:ea typeface="新細明體"/>
              </a:rPr>
              <a:t>段落</a:t>
            </a:r>
            <a:r>
              <a:rPr lang="en-US" altLang="zh-TW" dirty="0">
                <a:ea typeface="新細明體"/>
              </a:rPr>
              <a:t>(formulation)</a:t>
            </a:r>
            <a:endParaRPr lang="zh-TW" dirty="0">
              <a:ea typeface="新細明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8A3A9-5582-0E79-D925-F61003E6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76" y="1944612"/>
            <a:ext cx="10111649" cy="48011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dirty="0">
                <a:ea typeface="+mn-lt"/>
                <a:cs typeface="+mn-lt"/>
              </a:rPr>
              <a:t>設 G(V,E,F</a:t>
            </a:r>
            <a:r>
              <a:rPr lang="en-US" altLang="zh-TW" dirty="0">
                <a:ea typeface="+mn-lt"/>
                <a:cs typeface="+mn-lt"/>
              </a:rPr>
              <a:t>)</a:t>
            </a:r>
            <a:r>
              <a:rPr lang="zh-TW" dirty="0">
                <a:ea typeface="+mn-lt"/>
                <a:cs typeface="+mn-lt"/>
              </a:rPr>
              <a:t>為一個 EON</a:t>
            </a:r>
            <a:r>
              <a:rPr lang="en-US" altLang="zh-TW" dirty="0">
                <a:ea typeface="+mn-lt"/>
                <a:cs typeface="+mn-lt"/>
              </a:rPr>
              <a:t>(</a:t>
            </a:r>
            <a:r>
              <a:rPr lang="en-US" altLang="zh-TW" dirty="0" err="1">
                <a:ea typeface="+mn-lt"/>
                <a:cs typeface="+mn-lt"/>
              </a:rPr>
              <a:t>彈性光網</a:t>
            </a:r>
            <a:r>
              <a:rPr lang="en-US" altLang="zh-TW" dirty="0">
                <a:ea typeface="+mn-lt"/>
                <a:cs typeface="+mn-lt"/>
              </a:rPr>
              <a:t>)</a:t>
            </a:r>
            <a:r>
              <a:rPr lang="zh-TW" dirty="0">
                <a:ea typeface="+mn-lt"/>
                <a:cs typeface="+mn-lt"/>
              </a:rPr>
              <a:t> 拓樸，其中 V 與 E分別表示節點與光纖鏈路的集合</a:t>
            </a:r>
            <a:endParaRPr lang="zh-TW" altLang="en-US" dirty="0">
              <a:ea typeface="新細明體" panose="02020500000000000000" pitchFamily="18" charset="-120"/>
              <a:cs typeface="+mn-lt"/>
            </a:endParaRPr>
          </a:p>
          <a:p>
            <a:r>
              <a:rPr lang="zh-TW" altLang="en-US" dirty="0">
                <a:ea typeface="+mn-lt"/>
                <a:cs typeface="+mn-lt"/>
              </a:rPr>
              <a:t>S</a:t>
            </a:r>
          </a:p>
          <a:p>
            <a:r>
              <a:rPr lang="zh-TW" altLang="en-US" dirty="0">
                <a:ea typeface="+mn-lt"/>
                <a:cs typeface="+mn-lt"/>
              </a:rPr>
              <a:t>S</a:t>
            </a:r>
          </a:p>
          <a:p>
            <a:r>
              <a:rPr lang="zh-TW" altLang="en-US" dirty="0">
                <a:ea typeface="+mn-lt"/>
                <a:cs typeface="+mn-lt"/>
              </a:rPr>
              <a:t>其中b為GB/s為頻寬需求,   </a:t>
            </a:r>
            <a:r>
              <a:rPr lang="zh-TW" dirty="0">
                <a:ea typeface="+mn-lt"/>
                <a:cs typeface="+mn-lt"/>
              </a:rPr>
              <a:t>為服務時長</a:t>
            </a:r>
            <a:r>
              <a:rPr lang="en-US" altLang="zh-TW" dirty="0">
                <a:ea typeface="+mn-lt"/>
                <a:cs typeface="+mn-lt"/>
              </a:rPr>
              <a:t>,</a:t>
            </a:r>
            <a:r>
              <a:rPr lang="en-US" altLang="zh-TW" dirty="0" err="1">
                <a:ea typeface="+mn-lt"/>
                <a:cs typeface="+mn-lt"/>
              </a:rPr>
              <a:t>o,d則分別位來源與到達節點</a:t>
            </a:r>
            <a:endParaRPr lang="zh-TW" alt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altLang="zh-TW" dirty="0">
                <a:ea typeface="+mn-lt"/>
                <a:cs typeface="+mn-lt"/>
              </a:rPr>
              <a:t>​</a:t>
            </a:r>
            <a:r>
              <a:rPr lang="en-US" altLang="zh-TW" dirty="0" err="1">
                <a:ea typeface="+mn-lt"/>
                <a:cs typeface="+mn-lt"/>
              </a:rPr>
              <a:t>在假設前提EON沒有頻譜轉換能力情況下</a:t>
            </a:r>
            <a:r>
              <a:rPr lang="en-US" altLang="zh-TW" dirty="0">
                <a:ea typeface="+mn-lt"/>
                <a:cs typeface="+mn-lt"/>
              </a:rPr>
              <a:t>,   </a:t>
            </a:r>
            <a:r>
              <a:rPr lang="en-US" altLang="zh-TW" dirty="0" err="1">
                <a:ea typeface="+mn-lt"/>
                <a:cs typeface="+mn-lt"/>
              </a:rPr>
              <a:t>需計算端到端路徑</a:t>
            </a:r>
            <a:r>
              <a:rPr lang="en-US" altLang="zh-TW" dirty="0">
                <a:ea typeface="+mn-lt"/>
                <a:cs typeface="+mn-lt"/>
              </a:rPr>
              <a:t>     ,</a:t>
            </a:r>
            <a:r>
              <a:rPr lang="en-US" altLang="zh-TW" dirty="0" err="1">
                <a:ea typeface="+mn-lt"/>
                <a:cs typeface="+mn-lt"/>
              </a:rPr>
              <a:t>選擇合適m以確保Qot,並對其不同光纖上的頻譜</a:t>
            </a:r>
            <a:r>
              <a:rPr lang="en-US" altLang="zh-TW" dirty="0">
                <a:ea typeface="+mn-lt"/>
                <a:cs typeface="+mn-lt"/>
              </a:rPr>
              <a:t>(</a:t>
            </a:r>
            <a:r>
              <a:rPr lang="zh-TW" altLang="zh-TW" dirty="0">
                <a:ea typeface="+mn-lt"/>
                <a:cs typeface="+mn-lt"/>
              </a:rPr>
              <a:t>因為</a:t>
            </a:r>
            <a:r>
              <a:rPr lang="zh-TW" altLang="en-US" dirty="0">
                <a:ea typeface="+mn-lt"/>
                <a:cs typeface="+mn-lt"/>
              </a:rPr>
              <a:t>中繼節點不具備</a:t>
            </a:r>
            <a:r>
              <a:rPr lang="en-US" dirty="0">
                <a:ea typeface="+mn-lt"/>
                <a:cs typeface="+mn-lt"/>
              </a:rPr>
              <a:t> spectrum </a:t>
            </a:r>
            <a:r>
              <a:rPr lang="en-US" dirty="0" err="1">
                <a:ea typeface="+mn-lt"/>
                <a:cs typeface="+mn-lt"/>
              </a:rPr>
              <a:t>convertervt</a:t>
            </a:r>
            <a:r>
              <a:rPr lang="en-US" dirty="0">
                <a:ea typeface="+mn-lt"/>
                <a:cs typeface="+mn-lt"/>
              </a:rPr>
              <a:t>,</a:t>
            </a:r>
            <a:r>
              <a:rPr lang="zh-TW" altLang="en-US" dirty="0">
                <a:ea typeface="+mn-lt"/>
                <a:cs typeface="+mn-lt"/>
              </a:rPr>
              <a:t>需確認</a:t>
            </a:r>
            <a:r>
              <a:rPr lang="en-US" dirty="0">
                <a:ea typeface="+mn-lt"/>
                <a:cs typeface="+mn-lt"/>
              </a:rPr>
              <a:t>path</a:t>
            </a:r>
            <a:r>
              <a:rPr lang="zh-TW" altLang="en-US" dirty="0">
                <a:ea typeface="+mn-lt"/>
                <a:cs typeface="+mn-lt"/>
              </a:rPr>
              <a:t>皆使用同一條</a:t>
            </a:r>
            <a:r>
              <a:rPr lang="en-US" altLang="zh-TW" dirty="0">
                <a:ea typeface="+mn-lt"/>
                <a:cs typeface="+mn-lt"/>
              </a:rPr>
              <a:t>slot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>
              <a:buClr>
                <a:srgbClr val="262626"/>
              </a:buClr>
            </a:pPr>
            <a:r>
              <a:rPr lang="zh-TW" altLang="en-US" dirty="0">
                <a:ea typeface="+mn-lt"/>
                <a:cs typeface="+mn-lt"/>
              </a:rPr>
              <a:t>靜態與動態RMSA:靜態需一次性批次配置滿足容量約束,最小化頻譜總使用量,而動態則是在到達時須立即配置,最小化長期阻塞率</a:t>
            </a:r>
          </a:p>
          <a:p>
            <a:pPr>
              <a:buNone/>
            </a:pPr>
            <a:r>
              <a:rPr lang="zh-TW" altLang="en-US" dirty="0">
                <a:ea typeface="新細明體"/>
              </a:rPr>
              <a:t>              為一個頻譜槽FS(frequency slot)12.5GHz能承受的BPSK傳輸速率                                                                             其中grid為frequency grid,m則是調變速率  </a:t>
            </a:r>
            <a:endParaRPr lang="zh-TW" altLang="en-US" dirty="0">
              <a:ea typeface="新細明體" panose="02020500000000000000" pitchFamily="18" charset="-120"/>
            </a:endParaRPr>
          </a:p>
          <a:p>
            <a:pPr>
              <a:buClr>
                <a:srgbClr val="262626"/>
              </a:buClr>
            </a:pPr>
            <a:r>
              <a:rPr lang="zh-TW" altLang="en-US" dirty="0">
                <a:ea typeface="新細明體"/>
              </a:rPr>
              <a:t>n為頻譜槽數量                                                                      </a:t>
            </a:r>
            <a:r>
              <a:rPr lang="en-US" altLang="zh-TW" dirty="0">
                <a:ea typeface="新細明體"/>
              </a:rPr>
              <a:t>//</a:t>
            </a:r>
            <a:r>
              <a:rPr lang="zh-TW" altLang="en-US" dirty="0">
                <a:ea typeface="新細明體"/>
              </a:rPr>
              <a:t>補充</a:t>
            </a:r>
            <a:r>
              <a:rPr lang="en-US" altLang="zh-TW" dirty="0">
                <a:ea typeface="新細明體"/>
              </a:rPr>
              <a:t> </a:t>
            </a:r>
            <a:r>
              <a:rPr lang="en-US" altLang="zh-TW" dirty="0" err="1">
                <a:ea typeface="新細明體"/>
              </a:rPr>
              <a:t>Qot</a:t>
            </a:r>
            <a:r>
              <a:rPr lang="zh-TW" altLang="en-US" dirty="0">
                <a:ea typeface="新細明體"/>
              </a:rPr>
              <a:t>可能是追求低的</a:t>
            </a:r>
            <a:r>
              <a:rPr lang="en-US" altLang="zh-TW" dirty="0" err="1">
                <a:ea typeface="新細明體"/>
              </a:rPr>
              <a:t>ber</a:t>
            </a:r>
            <a:r>
              <a:rPr lang="en-US" altLang="zh-TW" dirty="0">
                <a:ea typeface="新細明體"/>
              </a:rPr>
              <a:t>..</a:t>
            </a:r>
            <a:endParaRPr lang="zh-TW" altLang="en-US" dirty="0">
              <a:ea typeface="新細明體" panose="02020500000000000000" pitchFamily="18" charset="-120"/>
            </a:endParaRPr>
          </a:p>
          <a:p>
            <a:pPr>
              <a:buClr>
                <a:srgbClr val="262626"/>
              </a:buClr>
            </a:pPr>
            <a:endParaRPr lang="zh-TW" altLang="en-US" dirty="0">
              <a:ea typeface="新細明體" panose="02020500000000000000" pitchFamily="18" charset="-120"/>
            </a:endParaRPr>
          </a:p>
          <a:p>
            <a:pPr>
              <a:buClr>
                <a:srgbClr val="262626"/>
              </a:buClr>
            </a:pPr>
            <a:endParaRPr lang="zh-TW" altLang="en-US" dirty="0">
              <a:ea typeface="新細明體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62E0689-6DBB-03A5-A47F-3C9259A0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9" y="2350328"/>
            <a:ext cx="9559542" cy="36768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40FFA3A-F90F-30F9-5290-995D16B73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29" y="2724927"/>
            <a:ext cx="6515673" cy="367687"/>
          </a:xfrm>
          <a:prstGeom prst="rect">
            <a:avLst/>
          </a:prstGeom>
        </p:spPr>
      </p:pic>
      <p:pic>
        <p:nvPicPr>
          <p:cNvPr id="6" name="圖片 5" descr="一張含有 文字, 字型, 行, 數字 的圖片&#10;&#10;AI 產生的內容可能不正確。">
            <a:extLst>
              <a:ext uri="{FF2B5EF4-FFF2-40B4-BE49-F238E27FC236}">
                <a16:creationId xmlns:a16="http://schemas.microsoft.com/office/drawing/2014/main" id="{17273EDD-8FA2-51A0-79D5-F366C225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035" y="5509627"/>
            <a:ext cx="1769355" cy="77462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21DBBBE-1B25-5C09-EF32-082F6F265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689" y="3570103"/>
            <a:ext cx="361950" cy="2190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6D8DA86-12F8-44EB-29CF-A0E406FAC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349" y="3583431"/>
            <a:ext cx="245240" cy="2183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B64ED82-7794-0514-6A7B-25764C2C5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529" y="4835211"/>
            <a:ext cx="666750" cy="266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551692B-F451-BCA9-8AA1-96A76BC400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5382" y="3167815"/>
            <a:ext cx="193507" cy="26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6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0EE2B-9028-6EA6-8466-EB3AE673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35" y="532425"/>
            <a:ext cx="7781581" cy="1380780"/>
          </a:xfrm>
        </p:spPr>
        <p:txBody>
          <a:bodyPr>
            <a:normAutofit fontScale="90000"/>
          </a:bodyPr>
          <a:lstStyle/>
          <a:p>
            <a:pPr algn="ctr"/>
            <a:r>
              <a:rPr lang="zh-TW">
                <a:ea typeface="新細明體"/>
              </a:rPr>
              <a:t>第</a:t>
            </a:r>
            <a:r>
              <a:rPr lang="zh-TW" altLang="en-US">
                <a:ea typeface="新細明體"/>
              </a:rPr>
              <a:t>三</a:t>
            </a:r>
            <a:r>
              <a:rPr lang="zh-TW">
                <a:ea typeface="新細明體"/>
              </a:rPr>
              <a:t>段落</a:t>
            </a:r>
            <a:r>
              <a:rPr lang="en-US">
                <a:ea typeface="+mj-lt"/>
              </a:rPr>
              <a:t>(operation principle for </a:t>
            </a:r>
            <a:r>
              <a:rPr lang="en-US" sz="4300">
                <a:ea typeface="+mj-lt"/>
              </a:rPr>
              <a:t>Deep RMSA</a:t>
            </a:r>
            <a:r>
              <a:rPr lang="en-US">
                <a:ea typeface="+mj-lt"/>
              </a:rPr>
              <a:t>)</a:t>
            </a:r>
            <a:endParaRPr lang="zh-TW">
              <a:ea typeface="+mj-lt"/>
            </a:endParaRPr>
          </a:p>
        </p:txBody>
      </p:sp>
      <p:pic>
        <p:nvPicPr>
          <p:cNvPr id="4" name="內容版面配置區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C2B61BE5-3531-DE79-870D-C15CF903D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8104" y="2018225"/>
            <a:ext cx="4688215" cy="443677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3783D39-56AB-93AA-D425-CD5FFB5E8B2F}"/>
              </a:ext>
            </a:extLst>
          </p:cNvPr>
          <p:cNvSpPr txBox="1"/>
          <p:nvPr/>
        </p:nvSpPr>
        <p:spPr>
          <a:xfrm>
            <a:off x="185614" y="2020045"/>
            <a:ext cx="6943461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dirty="0">
                <a:ea typeface="+mn-lt"/>
                <a:cs typeface="+mn-lt"/>
              </a:rPr>
              <a:t>採用SDN</a:t>
            </a:r>
            <a:r>
              <a:rPr lang="en-US" altLang="zh-TW" dirty="0">
                <a:ea typeface="+mn-lt"/>
                <a:cs typeface="+mn-lt"/>
              </a:rPr>
              <a:t>(software-Defined Networking)</a:t>
            </a:r>
            <a:r>
              <a:rPr lang="zh-TW" dirty="0">
                <a:ea typeface="+mn-lt"/>
                <a:cs typeface="+mn-lt"/>
              </a:rPr>
              <a:t>架構 遠端控制器會跟本地</a:t>
            </a:r>
            <a:r>
              <a:rPr lang="en-US" altLang="zh-TW" dirty="0">
                <a:ea typeface="+mn-lt"/>
                <a:cs typeface="+mn-lt"/>
              </a:rPr>
              <a:t>SDN </a:t>
            </a:r>
            <a:r>
              <a:rPr lang="zh-TW" dirty="0">
                <a:ea typeface="+mn-lt"/>
                <a:cs typeface="+mn-lt"/>
              </a:rPr>
              <a:t>agent互動 -&gt;當收到光路需求Rt 控制器會提取網路關鍵狀態資訊(光路,資源利用率等等,topology)並</a:t>
            </a:r>
            <a:r>
              <a:rPr lang="zh-TW" altLang="en-US" dirty="0">
                <a:ea typeface="+mn-lt"/>
                <a:cs typeface="+mn-lt"/>
              </a:rPr>
              <a:t>下發</a:t>
            </a:r>
            <a:r>
              <a:rPr lang="en-US" altLang="zh-TW" dirty="0" err="1">
                <a:ea typeface="+mn-lt"/>
                <a:cs typeface="+mn-lt"/>
              </a:rPr>
              <a:t>RMSA配置方案</a:t>
            </a:r>
            <a:endParaRPr lang="zh-TW" dirty="0" err="1"/>
          </a:p>
          <a:p>
            <a:endParaRPr lang="zh-TW" altLang="en-US" dirty="0">
              <a:ea typeface="+mn-lt"/>
              <a:cs typeface="+mn-lt"/>
            </a:endParaRPr>
          </a:p>
          <a:p>
            <a:r>
              <a:rPr lang="en-US" altLang="zh-TW" dirty="0">
                <a:ea typeface="+mn-lt"/>
                <a:cs typeface="+mn-lt"/>
              </a:rPr>
              <a:t>step1-2</a:t>
            </a:r>
            <a:r>
              <a:rPr lang="zh-TW" altLang="en-US" dirty="0">
                <a:ea typeface="+mn-lt"/>
                <a:cs typeface="+mn-lt"/>
              </a:rPr>
              <a:t>收到光路需求</a:t>
            </a:r>
            <a:r>
              <a:rPr lang="en-US" altLang="zh-TW" dirty="0" err="1">
                <a:ea typeface="+mn-lt"/>
                <a:cs typeface="+mn-lt"/>
              </a:rPr>
              <a:t>Rt,,SDN</a:t>
            </a:r>
            <a:r>
              <a:rPr lang="zh-TW" altLang="en-US" dirty="0">
                <a:ea typeface="+mn-lt"/>
                <a:cs typeface="+mn-lt"/>
              </a:rPr>
              <a:t>控制器從流量工程資料庫檢索網路狀態資訊等等</a:t>
            </a:r>
            <a:r>
              <a:rPr lang="en-US" altLang="zh-TW" dirty="0">
                <a:ea typeface="+mn-lt"/>
                <a:cs typeface="+mn-lt"/>
              </a:rPr>
              <a:t>,</a:t>
            </a:r>
            <a:r>
              <a:rPr lang="zh-TW" altLang="en-US" dirty="0">
                <a:ea typeface="+mn-lt"/>
                <a:cs typeface="+mn-lt"/>
              </a:rPr>
              <a:t>並調用特徵工程模組為</a:t>
            </a:r>
            <a:r>
              <a:rPr lang="en-US" altLang="zh-TW" dirty="0" err="1">
                <a:ea typeface="+mn-lt"/>
                <a:cs typeface="+mn-lt"/>
              </a:rPr>
              <a:t>DeepRM</a:t>
            </a:r>
            <a:r>
              <a:rPr lang="zh-TW" dirty="0">
                <a:ea typeface="+mn-lt"/>
                <a:cs typeface="+mn-lt"/>
              </a:rPr>
              <a:t>S</a:t>
            </a:r>
            <a:r>
              <a:rPr lang="en-US" altLang="zh-TW" dirty="0">
                <a:ea typeface="+mn-lt"/>
                <a:cs typeface="+mn-lt"/>
              </a:rPr>
              <a:t>A</a:t>
            </a:r>
            <a:r>
              <a:rPr lang="zh-TW" altLang="en-US" dirty="0">
                <a:ea typeface="+mn-lt"/>
                <a:cs typeface="+mn-lt"/>
              </a:rPr>
              <a:t>生成定製化的狀態資料</a:t>
            </a:r>
            <a:r>
              <a:rPr lang="en-US" altLang="zh-TW" dirty="0" err="1">
                <a:ea typeface="+mn-lt"/>
                <a:cs typeface="+mn-lt"/>
              </a:rPr>
              <a:t>st</a:t>
            </a:r>
            <a:endParaRPr lang="zh-TW" altLang="en-US" dirty="0" err="1"/>
          </a:p>
          <a:p>
            <a:endParaRPr lang="en-US" altLang="zh-TW" dirty="0">
              <a:ea typeface="+mn-lt"/>
              <a:cs typeface="+mn-lt"/>
            </a:endParaRPr>
          </a:p>
          <a:p>
            <a:r>
              <a:rPr lang="en-US" altLang="zh-TW" dirty="0">
                <a:ea typeface="+mn-lt"/>
                <a:cs typeface="+mn-lt"/>
              </a:rPr>
              <a:t>step3-4</a:t>
            </a:r>
            <a:r>
              <a:rPr lang="zh-TW" altLang="en-US" dirty="0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DeepRMSA</a:t>
            </a:r>
            <a:r>
              <a:rPr lang="zh-TW" altLang="en-US" dirty="0">
                <a:ea typeface="+mn-lt"/>
                <a:cs typeface="+mn-lt"/>
              </a:rPr>
              <a:t>的</a:t>
            </a:r>
            <a:r>
              <a:rPr lang="en-US" altLang="zh-TW" dirty="0">
                <a:ea typeface="+mn-lt"/>
                <a:cs typeface="+mn-lt"/>
              </a:rPr>
              <a:t>DNN</a:t>
            </a:r>
            <a:r>
              <a:rPr lang="zh-TW" altLang="en-US" dirty="0">
                <a:ea typeface="+mn-lt"/>
                <a:cs typeface="+mn-lt"/>
              </a:rPr>
              <a:t>接收</a:t>
            </a:r>
            <a:r>
              <a:rPr lang="en-US" altLang="zh-TW" dirty="0" err="1">
                <a:ea typeface="+mn-lt"/>
                <a:cs typeface="+mn-lt"/>
              </a:rPr>
              <a:t>st</a:t>
            </a:r>
            <a:r>
              <a:rPr lang="en-US" altLang="zh-TW" dirty="0">
                <a:ea typeface="+mn-lt"/>
                <a:cs typeface="+mn-lt"/>
              </a:rPr>
              <a:t>,,,</a:t>
            </a:r>
            <a:r>
              <a:rPr lang="zh-TW" dirty="0">
                <a:ea typeface="+mn-lt"/>
                <a:cs typeface="+mn-lt"/>
              </a:rPr>
              <a:t>輸出一個RMSA策略</a:t>
            </a:r>
            <a:r>
              <a:rPr lang="en-US" altLang="zh-TW" dirty="0">
                <a:ea typeface="+mn-lt"/>
                <a:cs typeface="+mn-lt"/>
              </a:rPr>
              <a:t>XXXXXX</a:t>
            </a:r>
            <a:r>
              <a:rPr lang="zh-TW" dirty="0">
                <a:ea typeface="+mn-lt"/>
                <a:cs typeface="+mn-lt"/>
              </a:rPr>
              <a:t>給</a:t>
            </a:r>
            <a:r>
              <a:rPr lang="zh-TW" altLang="en-US" dirty="0">
                <a:ea typeface="+mn-lt"/>
                <a:cs typeface="+mn-lt"/>
              </a:rPr>
              <a:t>給</a:t>
            </a:r>
            <a:r>
              <a:rPr lang="zh-TW" dirty="0">
                <a:ea typeface="+mn-lt"/>
                <a:cs typeface="+mn-lt"/>
              </a:rPr>
              <a:t>SDN控制器</a:t>
            </a:r>
            <a:r>
              <a:rPr lang="en-US" altLang="zh-TW" dirty="0">
                <a:ea typeface="+mn-lt"/>
                <a:cs typeface="+mn-lt"/>
              </a:rPr>
              <a:t>,</a:t>
            </a:r>
            <a:r>
              <a:rPr lang="zh-TW" dirty="0">
                <a:ea typeface="+mn-lt"/>
                <a:cs typeface="+mn-lt"/>
              </a:rPr>
              <a:t>而控制器</a:t>
            </a:r>
            <a:r>
              <a:rPr lang="zh-TW" altLang="en-US" dirty="0">
                <a:ea typeface="+mn-lt"/>
                <a:cs typeface="+mn-lt"/>
              </a:rPr>
              <a:t>再根據</a:t>
            </a:r>
            <a:r>
              <a:rPr lang="zh-TW" dirty="0">
                <a:ea typeface="+mn-lt"/>
                <a:cs typeface="+mn-lt"/>
              </a:rPr>
              <a:t>機率</a:t>
            </a:r>
            <a:r>
              <a:rPr lang="en-US" altLang="zh-TW" dirty="0">
                <a:ea typeface="+mn-lt"/>
                <a:cs typeface="+mn-lt"/>
              </a:rPr>
              <a:t>XX</a:t>
            </a:r>
            <a:r>
              <a:rPr lang="zh-TW" dirty="0">
                <a:ea typeface="+mn-lt"/>
                <a:cs typeface="+mn-lt"/>
              </a:rPr>
              <a:t>選擇</a:t>
            </a:r>
            <a:r>
              <a:rPr lang="zh-TW" altLang="en-US" dirty="0">
                <a:ea typeface="+mn-lt"/>
                <a:cs typeface="+mn-lt"/>
              </a:rPr>
              <a:t>一個</a:t>
            </a:r>
            <a:r>
              <a:rPr lang="zh-TW" dirty="0">
                <a:ea typeface="+mn-lt"/>
                <a:cs typeface="+mn-lt"/>
              </a:rPr>
              <a:t>動作at</a:t>
            </a:r>
            <a:r>
              <a:rPr lang="en-US" altLang="zh-TW" dirty="0">
                <a:ea typeface="+mn-lt"/>
                <a:cs typeface="+mn-lt"/>
              </a:rPr>
              <a:t>,,</a:t>
            </a:r>
            <a:r>
              <a:rPr lang="zh-TW" dirty="0">
                <a:ea typeface="+mn-lt"/>
                <a:cs typeface="+mn-lt"/>
              </a:rPr>
              <a:t>並</a:t>
            </a:r>
            <a:r>
              <a:rPr lang="zh-TW" altLang="en-US" dirty="0">
                <a:ea typeface="+mn-lt"/>
                <a:cs typeface="+mn-lt"/>
              </a:rPr>
              <a:t>嘗試設置</a:t>
            </a:r>
            <a:r>
              <a:rPr lang="zh-TW" dirty="0">
                <a:ea typeface="+mn-lt"/>
                <a:cs typeface="+mn-lt"/>
              </a:rPr>
              <a:t>對應光路</a:t>
            </a:r>
            <a:endParaRPr lang="zh-TW" dirty="0"/>
          </a:p>
          <a:p>
            <a:endParaRPr lang="zh-TW" dirty="0"/>
          </a:p>
          <a:p>
            <a:pPr algn="l"/>
            <a:endParaRPr lang="zh-TW" dirty="0">
              <a:ea typeface="新細明體"/>
            </a:endParaRPr>
          </a:p>
          <a:p>
            <a:endParaRPr lang="zh-TW" dirty="0">
              <a:ea typeface="新細明體"/>
            </a:endParaRPr>
          </a:p>
          <a:p>
            <a:endParaRPr lang="zh-TW" dirty="0">
              <a:ea typeface="新細明體"/>
            </a:endParaRPr>
          </a:p>
          <a:p>
            <a:endParaRPr lang="zh-TW" dirty="0">
              <a:ea typeface="新細明體"/>
            </a:endParaRPr>
          </a:p>
          <a:p>
            <a:endParaRPr lang="zh-TW" altLang="en-US" dirty="0">
              <a:ea typeface="+mn-lt"/>
              <a:cs typeface="+mn-lt"/>
            </a:endParaRPr>
          </a:p>
          <a:p>
            <a:endParaRPr lang="zh-TW" dirty="0">
              <a:ea typeface="新細明體"/>
            </a:endParaRP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71364C3-700F-2B03-7313-B2EF2C0F2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018" y="2355830"/>
            <a:ext cx="281962" cy="24592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3499FCD-1BBA-F127-84BA-889CBC579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572" y="3191275"/>
            <a:ext cx="281962" cy="2459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1953D46-0835-9520-DE4D-C8F91415D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96" y="3701324"/>
            <a:ext cx="282306" cy="26325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7743069-C65A-2B00-5850-D2C1665B6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219" y="4251223"/>
            <a:ext cx="282306" cy="26325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D292FD2-1FE3-25A6-F8D6-AB9E3639B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231" y="4241610"/>
            <a:ext cx="1032716" cy="26601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28EDF12-4D26-3EAB-2287-08B4C7067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876" y="4539772"/>
            <a:ext cx="318684" cy="25442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95C9C6E-EE17-237D-52C9-FCBFCEAF1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7128" y="4511886"/>
            <a:ext cx="291142" cy="29183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E5BC98DD-DE6E-58CD-7566-031AD4585DAB}"/>
              </a:ext>
            </a:extLst>
          </p:cNvPr>
          <p:cNvSpPr txBox="1"/>
          <p:nvPr/>
        </p:nvSpPr>
        <p:spPr>
          <a:xfrm>
            <a:off x="250657" y="5384131"/>
            <a:ext cx="64168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dirty="0">
                <a:ea typeface="+mn-lt"/>
                <a:cs typeface="+mn-lt"/>
              </a:rPr>
              <a:t>//</a:t>
            </a:r>
            <a:r>
              <a:rPr lang="zh-TW" dirty="0">
                <a:ea typeface="+mn-lt"/>
                <a:cs typeface="+mn-lt"/>
              </a:rPr>
              <a:t>補充說明</a:t>
            </a:r>
            <a:r>
              <a:rPr lang="en-US" altLang="zh-TW" dirty="0">
                <a:ea typeface="+mn-lt"/>
                <a:cs typeface="+mn-lt"/>
              </a:rPr>
              <a:t>//</a:t>
            </a:r>
            <a:endParaRPr lang="zh-TW" altLang="en-US" dirty="0">
              <a:ea typeface="新細明體" panose="02020500000000000000" pitchFamily="18" charset="-120"/>
              <a:cs typeface="+mn-lt"/>
            </a:endParaRPr>
          </a:p>
          <a:p>
            <a:r>
              <a:rPr lang="zh-TW" dirty="0">
                <a:ea typeface="+mn-lt"/>
                <a:cs typeface="+mn-lt"/>
              </a:rPr>
              <a:t>A是針對Rt之RMSA方案的集合</a:t>
            </a:r>
            <a:r>
              <a:rPr lang="en-US" altLang="zh-TW" dirty="0">
                <a:ea typeface="+mn-lt"/>
                <a:cs typeface="+mn-lt"/>
              </a:rPr>
              <a:t>(</a:t>
            </a:r>
            <a:r>
              <a:rPr lang="zh-TW" altLang="en-US" dirty="0">
                <a:ea typeface="+mn-lt"/>
                <a:cs typeface="+mn-lt"/>
              </a:rPr>
              <a:t>路徑選擇</a:t>
            </a:r>
            <a:r>
              <a:rPr lang="en-US" altLang="zh-TW" dirty="0">
                <a:ea typeface="+mn-lt"/>
                <a:cs typeface="+mn-lt"/>
              </a:rPr>
              <a:t>,</a:t>
            </a:r>
            <a:r>
              <a:rPr lang="zh-TW" altLang="en-US" dirty="0">
                <a:ea typeface="+mn-lt"/>
                <a:cs typeface="+mn-lt"/>
              </a:rPr>
              <a:t>頻譜槽選擇</a:t>
            </a:r>
            <a:r>
              <a:rPr lang="en-US" altLang="zh-TW" dirty="0">
                <a:ea typeface="+mn-lt"/>
                <a:cs typeface="+mn-lt"/>
              </a:rPr>
              <a:t>.)</a:t>
            </a:r>
            <a:endParaRPr lang="zh-TW" dirty="0">
              <a:ea typeface="新細明體"/>
              <a:cs typeface="+mn-lt"/>
            </a:endParaRPr>
          </a:p>
          <a:p>
            <a:r>
              <a:rPr lang="zh-TW" dirty="0">
                <a:ea typeface="+mn-lt"/>
                <a:cs typeface="+mn-lt"/>
              </a:rPr>
              <a:t>C是DNN參數集合</a:t>
            </a:r>
            <a:r>
              <a:rPr lang="en-US" altLang="zh-TW" dirty="0">
                <a:ea typeface="+mn-lt"/>
                <a:cs typeface="+mn-lt"/>
              </a:rPr>
              <a:t>(</a:t>
            </a:r>
            <a:r>
              <a:rPr lang="en-US" altLang="zh-TW" dirty="0" err="1">
                <a:ea typeface="+mn-lt"/>
                <a:cs typeface="+mn-lt"/>
              </a:rPr>
              <a:t>權重weight矩陣,偏移bias等等</a:t>
            </a:r>
            <a:r>
              <a:rPr lang="en-US" altLang="zh-TW" dirty="0">
                <a:ea typeface="+mn-lt"/>
                <a:cs typeface="+mn-lt"/>
              </a:rPr>
              <a:t>)</a:t>
            </a:r>
            <a:endParaRPr lang="zh-TW" altLang="en-US" dirty="0">
              <a:ea typeface="新細明體"/>
              <a:cs typeface="+mn-lt"/>
            </a:endParaRPr>
          </a:p>
          <a:p>
            <a:r>
              <a:rPr lang="zh-TW" dirty="0">
                <a:ea typeface="+mn-lt"/>
                <a:cs typeface="+mn-lt"/>
              </a:rPr>
              <a:t>PI</a:t>
            </a:r>
            <a:r>
              <a:rPr lang="zh-TW" altLang="en-US" dirty="0">
                <a:ea typeface="+mn-lt"/>
                <a:cs typeface="+mn-lt"/>
              </a:rPr>
              <a:t>  </a:t>
            </a:r>
            <a:r>
              <a:rPr lang="zh-TW" dirty="0">
                <a:ea typeface="+mn-lt"/>
                <a:cs typeface="+mn-lt"/>
              </a:rPr>
              <a:t>則為A上的機率分布</a:t>
            </a:r>
            <a:r>
              <a:rPr lang="en-US" altLang="zh-TW" dirty="0">
                <a:ea typeface="+mn-lt"/>
                <a:cs typeface="+mn-lt"/>
              </a:rPr>
              <a:t>(</a:t>
            </a:r>
            <a:r>
              <a:rPr lang="en-US" altLang="zh-TW" dirty="0" err="1">
                <a:ea typeface="+mn-lt"/>
                <a:cs typeface="+mn-lt"/>
              </a:rPr>
              <a:t>對所有候選動作的一個策略函數</a:t>
            </a:r>
            <a:r>
              <a:rPr lang="en-US" altLang="zh-TW" dirty="0">
                <a:ea typeface="+mn-lt"/>
                <a:cs typeface="+mn-lt"/>
              </a:rPr>
              <a:t>)</a:t>
            </a:r>
            <a:endParaRPr lang="en-US" altLang="zh-TW" dirty="0">
              <a:ea typeface="新細明體"/>
            </a:endParaRPr>
          </a:p>
          <a:p>
            <a:pPr algn="l"/>
            <a:endParaRPr lang="zh-TW" altLang="en-US" dirty="0">
              <a:ea typeface="新細明體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914BBF8-EB09-E093-55C6-425DCEA4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631" y="5714281"/>
            <a:ext cx="281962" cy="24592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7CD6D43-B570-0924-A49B-BDDF6D01FA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277" y="5978143"/>
            <a:ext cx="197615" cy="27243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624AA39-845B-E0BB-8A35-9A327A2E5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08" y="6257982"/>
            <a:ext cx="318684" cy="2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9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0273D13-0460-E8D0-7CEE-22747DF2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35" y="532425"/>
            <a:ext cx="7781581" cy="1380780"/>
          </a:xfrm>
        </p:spPr>
        <p:txBody>
          <a:bodyPr>
            <a:normAutofit fontScale="90000"/>
          </a:bodyPr>
          <a:lstStyle/>
          <a:p>
            <a:pPr algn="ctr"/>
            <a:r>
              <a:rPr lang="zh-TW" dirty="0">
                <a:ea typeface="新細明體"/>
              </a:rPr>
              <a:t>第</a:t>
            </a:r>
            <a:r>
              <a:rPr lang="zh-TW" altLang="en-US" dirty="0">
                <a:ea typeface="新細明體"/>
              </a:rPr>
              <a:t>三</a:t>
            </a:r>
            <a:r>
              <a:rPr lang="zh-TW" dirty="0">
                <a:ea typeface="新細明體"/>
              </a:rPr>
              <a:t>段落</a:t>
            </a:r>
            <a:r>
              <a:rPr lang="en-US" dirty="0">
                <a:ea typeface="+mj-lt"/>
              </a:rPr>
              <a:t>(operation principle for </a:t>
            </a:r>
            <a:r>
              <a:rPr lang="en-US" sz="4300" dirty="0">
                <a:ea typeface="+mj-lt"/>
              </a:rPr>
              <a:t>Deep RMSA</a:t>
            </a:r>
            <a:r>
              <a:rPr lang="en-US" dirty="0">
                <a:ea typeface="+mj-lt"/>
              </a:rPr>
              <a:t>)</a:t>
            </a:r>
            <a:endParaRPr lang="zh-TW" dirty="0">
              <a:ea typeface="+mj-lt"/>
            </a:endParaRPr>
          </a:p>
        </p:txBody>
      </p:sp>
      <p:pic>
        <p:nvPicPr>
          <p:cNvPr id="7" name="內容版面配置區 3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AF34C51B-1719-4186-A70E-4716B9BE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534" y="2006751"/>
            <a:ext cx="4688215" cy="44367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7430B7A-7270-A768-B875-2018991A804B}"/>
                  </a:ext>
                </a:extLst>
              </p:cNvPr>
              <p:cNvSpPr txBox="1"/>
              <p:nvPr/>
            </p:nvSpPr>
            <p:spPr>
              <a:xfrm>
                <a:off x="274693" y="1951550"/>
                <a:ext cx="7364428" cy="397031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TW" dirty="0">
                    <a:ea typeface="+mn-lt"/>
                    <a:cs typeface="+mn-lt"/>
                  </a:rPr>
                  <a:t>step5-6</a:t>
                </a:r>
                <a:r>
                  <a:rPr lang="en-US" dirty="0">
                    <a:ea typeface="+mn-lt"/>
                    <a:cs typeface="+mn-lt"/>
                  </a:rPr>
                  <a:t> </a:t>
                </a:r>
                <a:r>
                  <a:rPr lang="zh-TW" altLang="en-US" dirty="0"/>
                  <a:t>每次為當前請求執行 </a:t>
                </a:r>
                <a:r>
                  <a:rPr lang="en-US" dirty="0"/>
                  <a:t>RMSA </a:t>
                </a:r>
                <a:r>
                  <a:rPr lang="zh-TW" altLang="en-US" dirty="0"/>
                  <a:t>後會產生即時獎勵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/>
                        </m:ctrlPr>
                      </m:sSubPr>
                      <m:e>
                        <m:r>
                          <a:rPr lang="ar-SA" i="1"/>
                          <m:t>𝑟</m:t>
                        </m:r>
                      </m:e>
                      <m:sub>
                        <m:r>
                          <a:rPr lang="ar-SA" i="1"/>
                          <m:t>𝑡</m:t>
                        </m:r>
                      </m:sub>
                    </m:sSub>
                  </m:oMath>
                </a14:m>
                <a:r>
                  <a:rPr lang="ar-SA" dirty="0"/>
                  <a:t>。</a:t>
                </a:r>
                <a:r>
                  <a:rPr lang="zh-TW" altLang="en-US" dirty="0"/>
                  <a:t>將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SA"/>
                        </m:ctrlPr>
                      </m:dPr>
                      <m:e>
                        <m:sSub>
                          <m:sSubPr>
                            <m:ctrlPr>
                              <a:rPr lang="ar-SA"/>
                            </m:ctrlPr>
                          </m:sSubPr>
                          <m:e>
                            <m:r>
                              <a:rPr lang="ar-SA" i="1"/>
                              <m:t>𝑠</m:t>
                            </m:r>
                          </m:e>
                          <m:sub>
                            <m:r>
                              <a:rPr lang="ar-SA" i="1"/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𝑎</m:t>
                            </m:r>
                          </m:e>
                          <m:sub>
                            <m:r>
                              <a:rPr lang="ar-SA" i="1"/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SA" i="1"/>
                            </m:ctrlPr>
                          </m:sSubPr>
                          <m:e>
                            <m:r>
                              <a:rPr lang="ar-SA" i="1"/>
                              <m:t>𝑟</m:t>
                            </m:r>
                          </m:e>
                          <m:sub>
                            <m:r>
                              <a:rPr lang="ar-SA" i="1"/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/>
                          <m:t>𝑉</m:t>
                        </m:r>
                        <m:d>
                          <m:dPr>
                            <m:ctrlPr>
                              <a:rPr lang="ar-SA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SA" i="1"/>
                                </m:ctrlPr>
                              </m:sSubPr>
                              <m:e>
                                <m:r>
                                  <a:rPr lang="ar-SA" i="1"/>
                                  <m:t>𝑠</m:t>
                                </m:r>
                              </m:e>
                              <m:sub>
                                <m:r>
                                  <a:rPr lang="ar-SA" i="1"/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TW" altLang="en-US" dirty="0"/>
                  <a:t>依序存入 </a:t>
                </a:r>
                <a:r>
                  <a:rPr lang="en-US" b="1" dirty="0"/>
                  <a:t>episode buffer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/>
                      <m:t>Λ</m:t>
                    </m:r>
                  </m:oMath>
                </a14:m>
                <a:r>
                  <a:rPr lang="el-GR" dirty="0"/>
                  <a:t>。</a:t>
                </a:r>
                <a:endParaRPr lang="en-US" dirty="0">
                  <a:ea typeface="+mn-lt"/>
                  <a:cs typeface="+mn-lt"/>
                </a:endParaRPr>
              </a:p>
              <a:p>
                <a:endParaRPr lang="en-US" altLang="zh-TW" dirty="0"/>
              </a:p>
              <a:p>
                <a:r>
                  <a:rPr lang="zh-TW" altLang="en-US" dirty="0">
                    <a:ea typeface="新細明體"/>
                  </a:rPr>
                  <a:t>                                                           </a:t>
                </a:r>
                <a:r>
                  <a:rPr lang="en-US" altLang="zh-TW" dirty="0">
                    <a:ea typeface="新細明體"/>
                  </a:rPr>
                  <a:t>//N</a:t>
                </a:r>
                <a:r>
                  <a:rPr lang="zh-TW" altLang="en-US" dirty="0">
                    <a:ea typeface="新細明體"/>
                  </a:rPr>
                  <a:t>為更新視窗</a:t>
                </a:r>
                <a:r>
                  <a:rPr lang="en-US" altLang="zh-TW" dirty="0">
                    <a:ea typeface="新細明體"/>
                  </a:rPr>
                  <a:t>//</a:t>
                </a:r>
                <a:endParaRPr 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                                                           //V</a:t>
                </a:r>
                <a:r>
                  <a:rPr lang="zh-TW" altLang="en-US" dirty="0">
                    <a:ea typeface="新細明體"/>
                  </a:rPr>
                  <a:t>為價值對</a:t>
                </a:r>
                <a:r>
                  <a:rPr lang="en-US" altLang="zh-TW" dirty="0" err="1">
                    <a:ea typeface="新細明體"/>
                  </a:rPr>
                  <a:t>st</a:t>
                </a:r>
                <a:r>
                  <a:rPr lang="zh-TW" altLang="en-US" dirty="0">
                    <a:ea typeface="新細明體"/>
                  </a:rPr>
                  <a:t>之估計值</a:t>
                </a:r>
                <a:endParaRPr lang="zh-TW" dirty="0">
                  <a:ea typeface="新細明體"/>
                </a:endParaRPr>
              </a:p>
              <a:p>
                <a:endParaRPr lang="en-US" altLang="zh-TW" dirty="0">
                  <a:ea typeface="+mn-lt"/>
                  <a:cs typeface="+mn-lt"/>
                </a:endParaRPr>
              </a:p>
              <a:p>
                <a:r>
                  <a:rPr lang="en-US" altLang="zh-TW" dirty="0">
                    <a:ea typeface="新細明體"/>
                    <a:cs typeface="+mn-lt"/>
                  </a:rPr>
                  <a:t>                                                                           </a:t>
                </a:r>
                <a:r>
                  <a:rPr lang="zh-TW" altLang="en-US" dirty="0">
                    <a:ea typeface="新細明體"/>
                    <a:cs typeface="+mn-lt"/>
                  </a:rPr>
                  <a:t>為策略損失</a:t>
                </a:r>
                <a:r>
                  <a:rPr lang="en-US" altLang="zh-TW" dirty="0">
                    <a:ea typeface="新細明體"/>
                    <a:cs typeface="+mn-lt"/>
                  </a:rPr>
                  <a:t>(</a:t>
                </a:r>
                <a:r>
                  <a:rPr lang="zh-TW" altLang="en-US" dirty="0">
                    <a:ea typeface="新細明體"/>
                    <a:cs typeface="+mn-lt"/>
                  </a:rPr>
                  <a:t>動作機率</a:t>
                </a:r>
                <a:r>
                  <a:rPr lang="en-US" altLang="zh-TW" dirty="0">
                    <a:ea typeface="新細明體"/>
                    <a:cs typeface="+mn-lt"/>
                  </a:rPr>
                  <a:t>)</a:t>
                </a:r>
              </a:p>
              <a:p>
                <a:endParaRPr lang="zh-TW" altLang="en-US" dirty="0">
                  <a:ea typeface="新細明體"/>
                </a:endParaRPr>
              </a:p>
              <a:p>
                <a:r>
                  <a:rPr lang="zh-TW" altLang="en-US" dirty="0">
                    <a:ea typeface="新細明體"/>
                  </a:rPr>
                  <a:t>                                            為價值損失</a:t>
                </a:r>
                <a:r>
                  <a:rPr lang="en-US" altLang="zh-TW" dirty="0">
                    <a:ea typeface="新細明體"/>
                  </a:rPr>
                  <a:t>(</a:t>
                </a:r>
                <a:r>
                  <a:rPr lang="zh-TW" altLang="en-US" dirty="0">
                    <a:ea typeface="新細明體"/>
                  </a:rPr>
                  <a:t>學習好壞</a:t>
                </a:r>
                <a:r>
                  <a:rPr lang="en-US" altLang="zh-TW" dirty="0">
                    <a:ea typeface="新細明體"/>
                  </a:rPr>
                  <a:t>)</a:t>
                </a:r>
                <a:endParaRPr lang="zh-TW" altLang="en-US" dirty="0">
                  <a:ea typeface="新細明體"/>
                </a:endParaRPr>
              </a:p>
              <a:p>
                <a:endParaRPr lang="zh-TW" altLang="en-US" dirty="0">
                  <a:ea typeface="新細明體"/>
                </a:endParaRPr>
              </a:p>
              <a:p>
                <a:endParaRPr lang="zh-TW" altLang="en-US" dirty="0">
                  <a:ea typeface="新細明體"/>
                </a:endParaRPr>
              </a:p>
              <a:p>
                <a:endParaRPr lang="zh-TW" dirty="0">
                  <a:ea typeface="新細明體"/>
                </a:endParaRP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//</a:t>
                </a:r>
                <a:r>
                  <a:rPr lang="zh-TW" altLang="en-US" dirty="0">
                    <a:ea typeface="新細明體"/>
                  </a:rPr>
                  <a:t>補充說明</a:t>
                </a:r>
                <a:r>
                  <a:rPr lang="en-US" altLang="zh-TW" dirty="0">
                    <a:ea typeface="新細明體"/>
                  </a:rPr>
                  <a:t>//</a:t>
                </a:r>
                <a:endParaRPr lang="zh-TW" altLang="en-US" dirty="0">
                  <a:ea typeface="新細明體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97430B7A-7270-A768-B875-2018991A8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93" y="1951550"/>
                <a:ext cx="7364428" cy="3970318"/>
              </a:xfrm>
              <a:prstGeom prst="rect">
                <a:avLst/>
              </a:prstGeom>
              <a:blipFill>
                <a:blip r:embed="rId3"/>
                <a:stretch>
                  <a:fillRect l="-662" t="-922" b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75E19E5F-D502-6125-43CF-E762DF00D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4" y="2297894"/>
            <a:ext cx="282306" cy="26325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10B0632-DCC0-148F-4252-01C55BF69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32" y="2279532"/>
            <a:ext cx="291142" cy="29183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772517D-7ABD-0FF4-E12D-DDAB16F4F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503" y="2006751"/>
            <a:ext cx="254076" cy="28161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6EF351D-91CB-8C93-9CFC-9A688B2BC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88" y="2289057"/>
            <a:ext cx="254076" cy="28161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6075630-B58A-B7CF-A866-11C2702C0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016" y="2766628"/>
            <a:ext cx="3759633" cy="67627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A31840D-1F52-77E9-45F8-6CEA7072F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16" y="3481248"/>
            <a:ext cx="4763165" cy="523948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F107DCF0-CF2C-87E7-1057-2376BB125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135" y="4649100"/>
            <a:ext cx="6858957" cy="90500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9C708D9-5623-8D45-0A17-88CE84E04C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016" y="5903756"/>
            <a:ext cx="4067743" cy="247685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80891D40-9167-4A7B-5842-38BBBCD4DE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016" y="6168776"/>
            <a:ext cx="4201865" cy="494866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53290D51-AD53-A24E-56BA-924DE96A0A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078" y="3976490"/>
            <a:ext cx="279121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3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FEB1E-F9C3-7F90-5BBD-4FAA1650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95" y="194678"/>
            <a:ext cx="12416009" cy="1353105"/>
          </a:xfrm>
        </p:spPr>
        <p:txBody>
          <a:bodyPr/>
          <a:lstStyle/>
          <a:p>
            <a:r>
              <a:rPr lang="zh-TW">
                <a:ea typeface="新細明體"/>
              </a:rPr>
              <a:t>第</a:t>
            </a:r>
            <a:r>
              <a:rPr lang="zh-TW" altLang="en-US">
                <a:ea typeface="新細明體"/>
              </a:rPr>
              <a:t>四</a:t>
            </a:r>
            <a:r>
              <a:rPr lang="zh-TW">
                <a:ea typeface="新細明體"/>
              </a:rPr>
              <a:t>段落</a:t>
            </a:r>
            <a:r>
              <a:rPr lang="en-US" dirty="0">
                <a:ea typeface="+mj-lt"/>
              </a:rPr>
              <a:t>(</a:t>
            </a:r>
            <a:r>
              <a:rPr lang="en-US" dirty="0">
                <a:ea typeface="+mj-lt"/>
                <a:cs typeface="+mj-lt"/>
              </a:rPr>
              <a:t>MODELING AND MECHANISM</a:t>
            </a:r>
            <a:r>
              <a:rPr lang="en-US" dirty="0">
                <a:ea typeface="+mj-lt"/>
              </a:rPr>
              <a:t>)A.</a:t>
            </a:r>
            <a:endParaRPr lang="zh-TW" dirty="0">
              <a:ea typeface="+mj-lt"/>
            </a:endParaRPr>
          </a:p>
        </p:txBody>
      </p:sp>
      <p:pic>
        <p:nvPicPr>
          <p:cNvPr id="4" name="內容版面配置區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120C86E-0D4D-41BD-25BC-5C9C802EE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869" y="1312079"/>
            <a:ext cx="8996691" cy="447986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814CD45-D34C-22EF-4F34-63B3BD674D4F}"/>
              </a:ext>
            </a:extLst>
          </p:cNvPr>
          <p:cNvSpPr txBox="1"/>
          <p:nvPr/>
        </p:nvSpPr>
        <p:spPr>
          <a:xfrm>
            <a:off x="580523" y="5728033"/>
            <a:ext cx="112892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>
                <a:ea typeface="新細明體"/>
              </a:rPr>
              <a:t>//補充說明//</a:t>
            </a:r>
            <a:endParaRPr lang="zh-TW" altLang="en-US" dirty="0">
              <a:ea typeface="新細明體" panose="02020500000000000000" pitchFamily="18" charset="-120"/>
            </a:endParaRPr>
          </a:p>
          <a:p>
            <a:r>
              <a:rPr lang="zh-TW" altLang="en-US" dirty="0">
                <a:ea typeface="新細明體"/>
              </a:rPr>
              <a:t>V為節點數,有o與d,共2V,而   為1,2J+3則分別是大小與索引(J個block),去乘上共k條路徑</a:t>
            </a:r>
          </a:p>
          <a:p>
            <a:r>
              <a:rPr lang="zh-TW" altLang="en-US" dirty="0">
                <a:ea typeface="新細明體"/>
              </a:rPr>
              <a:t>另外FS好處是比波長更細不會有小流量占用大資源問題,而採用one-hot可以避免被誤解為數值大小及固定長度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E964FC-D59A-FDC5-9BD1-FE4B4ED9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549" y="6057649"/>
            <a:ext cx="193507" cy="2611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534CA5-02D3-482B-A39B-F2097DCAE755}"/>
              </a:ext>
            </a:extLst>
          </p:cNvPr>
          <p:cNvSpPr txBox="1"/>
          <p:nvPr/>
        </p:nvSpPr>
        <p:spPr>
          <a:xfrm>
            <a:off x="5442856" y="5277665"/>
            <a:ext cx="3013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FS(frequency slot)</a:t>
            </a:r>
            <a:r>
              <a:rPr lang="zh-TW" altLang="en-US" dirty="0"/>
              <a:t>頻譜槽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7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4ED88AA6-5BB0-5191-646F-04A352EFF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047" y="1725495"/>
            <a:ext cx="8876720" cy="1704244"/>
          </a:xfrm>
          <a:prstGeom prst="rect">
            <a:avLst/>
          </a:prstGeom>
        </p:spPr>
      </p:pic>
      <p:pic>
        <p:nvPicPr>
          <p:cNvPr id="7" name="圖片 6" descr="一張含有 文字, 字型, 印刷術 的圖片&#10;&#10;AI 產生的內容可能不正確。">
            <a:extLst>
              <a:ext uri="{FF2B5EF4-FFF2-40B4-BE49-F238E27FC236}">
                <a16:creationId xmlns:a16="http://schemas.microsoft.com/office/drawing/2014/main" id="{7B3B7DC9-7907-3A7D-D121-93CD9C92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61" y="622103"/>
            <a:ext cx="9004374" cy="100386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7C479F6-071A-37B9-DA78-742EB5F97DA7}"/>
              </a:ext>
            </a:extLst>
          </p:cNvPr>
          <p:cNvSpPr txBox="1"/>
          <p:nvPr/>
        </p:nvSpPr>
        <p:spPr>
          <a:xfrm>
            <a:off x="551447" y="3679657"/>
            <a:ext cx="913397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>
                <a:ea typeface="新細明體"/>
              </a:rPr>
              <a:t>//補充說明//</a:t>
            </a:r>
          </a:p>
          <a:p>
            <a:r>
              <a:rPr lang="zh-TW" altLang="en-US" dirty="0">
                <a:ea typeface="新細明體"/>
              </a:rPr>
              <a:t>右圖指出第一個block </a:t>
            </a:r>
          </a:p>
          <a:p>
            <a:r>
              <a:rPr lang="zh-TW" altLang="en-US" dirty="0">
                <a:ea typeface="新細明體"/>
              </a:rPr>
              <a:t>=&gt; j=1,大小為3,從0出發</a:t>
            </a:r>
          </a:p>
          <a:p>
            <a:r>
              <a:rPr lang="zh-TW" altLang="en-US" dirty="0">
                <a:ea typeface="新細明體"/>
              </a:rPr>
              <a:t>=&gt; j=2,大小為3,從9出發</a:t>
            </a:r>
          </a:p>
          <a:p>
            <a:r>
              <a:rPr lang="zh-TW" altLang="en-US" dirty="0">
                <a:ea typeface="新細明體"/>
              </a:rPr>
              <a:t>而共有2個FS-block,平均為3個FS,總數為6</a:t>
            </a:r>
          </a:p>
          <a:p>
            <a:endParaRPr lang="zh-TW" altLang="en-US" dirty="0">
              <a:ea typeface="新細明體"/>
            </a:endParaRPr>
          </a:p>
          <a:p>
            <a:r>
              <a:rPr lang="zh-TW" altLang="en-US" dirty="0">
                <a:ea typeface="新細明體"/>
              </a:rPr>
              <a:t>而K為一開始設定好的參數(eg.K=5),可能由KSP等等</a:t>
            </a:r>
          </a:p>
          <a:p>
            <a:r>
              <a:rPr lang="zh-TW" altLang="en-US" dirty="0">
                <a:ea typeface="新細明體"/>
              </a:rPr>
              <a:t>方法去決定(o,d)候選路徑集合</a:t>
            </a:r>
            <a:endParaRPr lang="en-US" altLang="zh-TW" dirty="0">
              <a:ea typeface="新細明體"/>
            </a:endParaRPr>
          </a:p>
          <a:p>
            <a:r>
              <a:rPr lang="en-US" altLang="zh-TW" dirty="0">
                <a:ea typeface="新細明體"/>
              </a:rPr>
              <a:t>       </a:t>
            </a:r>
            <a:r>
              <a:rPr lang="zh-TW" altLang="en-US" dirty="0">
                <a:ea typeface="新細明體"/>
              </a:rPr>
              <a:t>是候選路徑數目</a:t>
            </a:r>
          </a:p>
          <a:p>
            <a:endParaRPr lang="zh-TW" altLang="en-US" dirty="0">
              <a:ea typeface="新細明體"/>
            </a:endParaRPr>
          </a:p>
        </p:txBody>
      </p:sp>
      <p:pic>
        <p:nvPicPr>
          <p:cNvPr id="5" name="圖片 4" descr="一張含有 文字, 字型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6FB1C4FD-00AF-8EB5-6C72-5F3734DD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500" y="3681162"/>
            <a:ext cx="5052260" cy="25637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D9694D9-A7F7-488A-9F48-986206DC6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73" y="5940581"/>
            <a:ext cx="420068" cy="25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0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字型, 螢幕擷取畫面, 圖形 的圖片&#10;&#10;AI 產生的內容可能不正確。">
            <a:extLst>
              <a:ext uri="{FF2B5EF4-FFF2-40B4-BE49-F238E27FC236}">
                <a16:creationId xmlns:a16="http://schemas.microsoft.com/office/drawing/2014/main" id="{D12BE60B-AE01-7ED6-C08D-0BD8860A4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387" y="644842"/>
            <a:ext cx="8515350" cy="1228725"/>
          </a:xfrm>
          <a:prstGeom prst="rect">
            <a:avLst/>
          </a:prstGeom>
        </p:spPr>
      </p:pic>
      <p:pic>
        <p:nvPicPr>
          <p:cNvPr id="7" name="圖片 6" descr="一張含有 文字, 字型, 白色, 行 的圖片&#10;&#10;AI 產生的內容可能不正確。">
            <a:extLst>
              <a:ext uri="{FF2B5EF4-FFF2-40B4-BE49-F238E27FC236}">
                <a16:creationId xmlns:a16="http://schemas.microsoft.com/office/drawing/2014/main" id="{1FDE8D17-EE24-DFE2-3713-2C51E14D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1876425"/>
            <a:ext cx="3409950" cy="1028700"/>
          </a:xfrm>
          <a:prstGeom prst="rect">
            <a:avLst/>
          </a:prstGeom>
        </p:spPr>
      </p:pic>
      <p:pic>
        <p:nvPicPr>
          <p:cNvPr id="8" name="圖片 7" descr="一張含有 文字, 字型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F466FBBD-4560-D6E9-5C51-8E1E5EB1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8" y="2905125"/>
            <a:ext cx="4829175" cy="235267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0840E6D-6443-6F69-5FA8-07C76B603FBB}"/>
              </a:ext>
            </a:extLst>
          </p:cNvPr>
          <p:cNvSpPr txBox="1"/>
          <p:nvPr/>
        </p:nvSpPr>
        <p:spPr>
          <a:xfrm>
            <a:off x="6236368" y="2837447"/>
            <a:ext cx="515352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dirty="0">
                <a:ea typeface="新細明體"/>
              </a:rPr>
              <a:t>//補充說明//</a:t>
            </a:r>
            <a:endParaRPr lang="zh-TW" altLang="en-US" dirty="0">
              <a:ea typeface="新細明體" panose="02020500000000000000" pitchFamily="18" charset="-120"/>
            </a:endParaRPr>
          </a:p>
          <a:p>
            <a:endParaRPr lang="zh-TW" altLang="en-US" dirty="0">
              <a:ea typeface="新細明體"/>
            </a:endParaRPr>
          </a:p>
          <a:p>
            <a:r>
              <a:rPr lang="zh-TW" altLang="en-US" dirty="0">
                <a:ea typeface="新細明體"/>
              </a:rPr>
              <a:t>    為正負會正相關影響該動作的機率</a:t>
            </a:r>
          </a:p>
          <a:p>
            <a:endParaRPr lang="zh-TW" altLang="en-US" dirty="0">
              <a:ea typeface="新細明體"/>
            </a:endParaRPr>
          </a:p>
          <a:p>
            <a:endParaRPr lang="zh-TW" altLang="en-US" dirty="0">
              <a:ea typeface="新細明體"/>
            </a:endParaRPr>
          </a:p>
          <a:p>
            <a:r>
              <a:rPr lang="zh-TW" altLang="en-US" dirty="0">
                <a:ea typeface="新細明體"/>
              </a:rPr>
              <a:t>策略網路輸出所有動作機率分布</a:t>
            </a:r>
          </a:p>
          <a:p>
            <a:r>
              <a:rPr lang="zh-TW" altLang="en-US" dirty="0">
                <a:ea typeface="新細明體"/>
              </a:rPr>
              <a:t>(K候選路徑,J個FS-block)</a:t>
            </a:r>
          </a:p>
          <a:p>
            <a:endParaRPr lang="zh-TW" altLang="en-US" dirty="0">
              <a:ea typeface="新細明體"/>
            </a:endParaRPr>
          </a:p>
          <a:p>
            <a:r>
              <a:rPr lang="zh-TW" altLang="en-US" dirty="0">
                <a:ea typeface="新細明體"/>
              </a:rPr>
              <a:t>價值網路為一個純量(scalar)值=&gt;表達折扣累積獎勵的期望值,幫助評估動作好壞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7D526C-04CE-5488-AAA9-A90992C81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3" y="3429000"/>
            <a:ext cx="206451" cy="23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5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E6D89-939E-DA49-FC3D-C471DAD1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899" y="67727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TW">
                <a:ea typeface="新細明體"/>
              </a:rPr>
              <a:t>四段落</a:t>
            </a:r>
            <a:r>
              <a:rPr lang="en-US" altLang="zh-TW" dirty="0">
                <a:ea typeface="+mj-lt"/>
              </a:rPr>
              <a:t>(MODELING AND MECHANISM)B.</a:t>
            </a:r>
            <a:endParaRPr lang="zh-TW" dirty="0"/>
          </a:p>
          <a:p>
            <a:endParaRPr lang="zh-TW" altLang="en-US" dirty="0">
              <a:ea typeface="新細明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CD145E-5C90-D9C5-9013-2092697C6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25" y="2103120"/>
            <a:ext cx="10048875" cy="42271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zh-TW" altLang="en-US" dirty="0">
                <a:ea typeface="+mn-lt"/>
                <a:cs typeface="+mn-lt"/>
              </a:rPr>
              <a:t>Deep-RMSA:</a:t>
            </a:r>
          </a:p>
          <a:p>
            <a:pPr>
              <a:buClr>
                <a:srgbClr val="262626"/>
              </a:buClr>
            </a:pPr>
            <a:r>
              <a:rPr lang="zh-TW" altLang="en-US" dirty="0">
                <a:ea typeface="+mn-lt"/>
                <a:cs typeface="+mn-lt"/>
              </a:rPr>
              <a:t>用Asynchronous Advantage Actor-Critic(A3C)方式做訓練演算法</a:t>
            </a:r>
            <a:endParaRPr lang="en-US" altLang="en-US" dirty="0">
              <a:ea typeface="+mn-lt"/>
              <a:cs typeface="+mn-lt"/>
            </a:endParaRPr>
          </a:p>
          <a:p>
            <a:r>
              <a:rPr lang="en-US" altLang="en-US" dirty="0"/>
              <a:t>A3C用多個平行的</a:t>
            </a:r>
            <a:r>
              <a:rPr lang="en-US" dirty="0">
                <a:ea typeface="+mn-lt"/>
                <a:cs typeface="+mn-lt"/>
              </a:rPr>
              <a:t>actor-learner（演員學習器，DRL agent </a:t>
            </a:r>
            <a:r>
              <a:rPr lang="en-US" dirty="0" err="1">
                <a:ea typeface="+mn-lt"/>
                <a:cs typeface="+mn-lt"/>
              </a:rPr>
              <a:t>的子執行緒</a:t>
            </a:r>
            <a:r>
              <a:rPr lang="en-US" dirty="0">
                <a:ea typeface="+mn-lt"/>
                <a:cs typeface="+mn-lt"/>
              </a:rPr>
              <a:t>,</a:t>
            </a:r>
            <a:r>
              <a:rPr lang="zh-TW" altLang="en-US" dirty="0">
                <a:ea typeface="+mn-lt"/>
                <a:cs typeface="+mn-lt"/>
              </a:rPr>
              <a:t>這些</a:t>
            </a:r>
            <a:r>
              <a:rPr lang="en-US" dirty="0">
                <a:ea typeface="+mn-lt"/>
                <a:cs typeface="+mn-lt"/>
              </a:rPr>
              <a:t> actor-learner </a:t>
            </a:r>
            <a:r>
              <a:rPr lang="zh-TW" altLang="en-US" b="1" dirty="0">
                <a:ea typeface="+mn-lt"/>
                <a:cs typeface="+mn-lt"/>
              </a:rPr>
              <a:t>非同步地</a:t>
            </a:r>
            <a:r>
              <a:rPr lang="zh-TW" altLang="en-US" dirty="0">
                <a:ea typeface="+mn-lt"/>
                <a:cs typeface="+mn-lt"/>
              </a:rPr>
              <a:t>維護一組全域的</a:t>
            </a:r>
            <a:r>
              <a:rPr lang="en-US" dirty="0">
                <a:ea typeface="+mn-lt"/>
                <a:cs typeface="+mn-lt"/>
              </a:rPr>
              <a:t> DNN </a:t>
            </a:r>
            <a:r>
              <a:rPr lang="zh-TW" altLang="en-US" dirty="0">
                <a:ea typeface="+mn-lt"/>
                <a:cs typeface="+mn-lt"/>
              </a:rPr>
              <a:t>參數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Clr>
                <a:srgbClr val="262626"/>
              </a:buClr>
            </a:pPr>
            <a:r>
              <a:rPr lang="en-US" dirty="0"/>
              <a:t>//</a:t>
            </a:r>
            <a:r>
              <a:rPr lang="zh-TW" altLang="en-US" dirty="0">
                <a:ea typeface="新細明體"/>
              </a:rPr>
              <a:t>補充說明</a:t>
            </a:r>
            <a:r>
              <a:rPr lang="en-US" dirty="0"/>
              <a:t>//</a:t>
            </a:r>
          </a:p>
          <a:p>
            <a:pPr marL="0" indent="0">
              <a:buNone/>
            </a:pPr>
            <a:r>
              <a:rPr lang="en-US" altLang="zh-TW" dirty="0">
                <a:ea typeface="新細明體"/>
              </a:rPr>
              <a:t>              </a:t>
            </a:r>
            <a:r>
              <a:rPr lang="en-US" altLang="zh-TW" dirty="0" err="1">
                <a:ea typeface="新細明體"/>
              </a:rPr>
              <a:t>前者為梯度中的</a:t>
            </a:r>
            <a:r>
              <a:rPr lang="en-US" altLang="zh-TW" dirty="0">
                <a:ea typeface="新細明體"/>
              </a:rPr>
              <a:t>   ,</a:t>
            </a:r>
            <a:r>
              <a:rPr lang="zh-TW" altLang="en-US" dirty="0">
                <a:ea typeface="新細明體"/>
              </a:rPr>
              <a:t>其更新方式為減掉各自</a:t>
            </a:r>
            <a:r>
              <a:rPr lang="en-US" altLang="zh-TW" dirty="0">
                <a:ea typeface="新細明體"/>
              </a:rPr>
              <a:t>loss</a:t>
            </a:r>
            <a:r>
              <a:rPr lang="zh-TW" altLang="en-US" dirty="0">
                <a:ea typeface="新細明體"/>
              </a:rPr>
              <a:t>之偏微分</a:t>
            </a:r>
            <a:endParaRPr lang="en-US" altLang="zh-TW" dirty="0">
              <a:ea typeface="新細明體"/>
            </a:endParaRPr>
          </a:p>
          <a:p>
            <a:r>
              <a:rPr lang="en-US" dirty="0" err="1"/>
              <a:t>DeepRMSA</a:t>
            </a:r>
            <a:r>
              <a:rPr lang="en-US" dirty="0"/>
              <a:t>-EP:</a:t>
            </a:r>
            <a:endParaRPr lang="zh-TW" alt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zh-TW" altLang="en-US" b="1" dirty="0">
                <a:ea typeface="+mn-lt"/>
                <a:cs typeface="+mn-lt"/>
              </a:rPr>
              <a:t>定義一個</a:t>
            </a:r>
            <a:r>
              <a:rPr lang="en-US" b="1" dirty="0">
                <a:ea typeface="+mn-lt"/>
                <a:cs typeface="+mn-lt"/>
              </a:rPr>
              <a:t> episode </a:t>
            </a:r>
            <a:r>
              <a:rPr lang="zh-TW" altLang="en-US" b="1" dirty="0">
                <a:ea typeface="+mn-lt"/>
                <a:cs typeface="+mn-lt"/>
              </a:rPr>
              <a:t>為</a:t>
            </a:r>
            <a:r>
              <a:rPr lang="en-US" b="1" dirty="0">
                <a:ea typeface="+mn-lt"/>
                <a:cs typeface="+mn-lt"/>
              </a:rPr>
              <a:t> N </a:t>
            </a:r>
            <a:r>
              <a:rPr lang="zh-TW" altLang="en-US" b="1" dirty="0">
                <a:ea typeface="+mn-lt"/>
                <a:cs typeface="+mn-lt"/>
              </a:rPr>
              <a:t>個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lightpath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zh-TW" altLang="en-US" b="1" dirty="0">
                <a:ea typeface="+mn-lt"/>
                <a:cs typeface="+mn-lt"/>
              </a:rPr>
              <a:t>請求的服務過程</a:t>
            </a:r>
            <a:r>
              <a:rPr lang="zh-TW" altLang="en-US" dirty="0">
                <a:ea typeface="+mn-lt"/>
                <a:cs typeface="+mn-lt"/>
              </a:rPr>
              <a:t>，並令</a:t>
            </a:r>
            <a:r>
              <a:rPr lang="en-US" dirty="0">
                <a:ea typeface="+mn-lt"/>
                <a:cs typeface="+mn-lt"/>
              </a:rPr>
              <a:t> N </a:t>
            </a:r>
            <a:r>
              <a:rPr lang="zh-TW" altLang="en-US" dirty="0">
                <a:ea typeface="+mn-lt"/>
                <a:cs typeface="+mn-lt"/>
              </a:rPr>
              <a:t>等於訓練</a:t>
            </a:r>
            <a:r>
              <a:rPr lang="en-US" dirty="0">
                <a:ea typeface="+mn-lt"/>
                <a:cs typeface="+mn-lt"/>
              </a:rPr>
              <a:t> batch size</a:t>
            </a:r>
            <a:endParaRPr lang="zh-TW" altLang="en-US" dirty="0">
              <a:ea typeface="+mn-lt"/>
              <a:cs typeface="+mn-lt"/>
            </a:endParaRPr>
          </a:p>
          <a:p>
            <a:r>
              <a:rPr lang="zh-TW" altLang="en-US" dirty="0">
                <a:ea typeface="+mn-lt"/>
                <a:cs typeface="+mn-lt"/>
              </a:rPr>
              <a:t>在此情況下</a:t>
            </a:r>
            <a:r>
              <a:rPr lang="en-US" dirty="0">
                <a:ea typeface="+mn-lt"/>
                <a:cs typeface="+mn-lt"/>
              </a:rPr>
              <a:t>，episode </a:t>
            </a:r>
            <a:r>
              <a:rPr lang="zh-TW" altLang="en-US" dirty="0">
                <a:ea typeface="+mn-lt"/>
                <a:cs typeface="+mn-lt"/>
              </a:rPr>
              <a:t>即定義了</a:t>
            </a:r>
            <a:r>
              <a:rPr lang="en-US" dirty="0">
                <a:ea typeface="+mn-lt"/>
                <a:cs typeface="+mn-lt"/>
              </a:rPr>
              <a:t> DRL </a:t>
            </a:r>
            <a:r>
              <a:rPr lang="zh-TW" altLang="en-US" dirty="0">
                <a:ea typeface="+mn-lt"/>
                <a:cs typeface="+mn-lt"/>
              </a:rPr>
              <a:t>任務的最佳化範圍，這樣就不需要去估計未知的</a:t>
            </a:r>
            <a:r>
              <a:rPr lang="en-US" dirty="0">
                <a:ea typeface="+mn-lt"/>
                <a:cs typeface="+mn-lt"/>
              </a:rPr>
              <a:t> st+1</a:t>
            </a:r>
            <a:r>
              <a:rPr lang="zh-TW" altLang="en-US" dirty="0">
                <a:ea typeface="+mn-lt"/>
                <a:cs typeface="+mn-lt"/>
              </a:rPr>
              <a:t>的值</a:t>
            </a:r>
            <a:endParaRPr lang="en-US" dirty="0">
              <a:ea typeface="+mn-lt"/>
              <a:cs typeface="+mn-lt"/>
            </a:endParaRPr>
          </a:p>
          <a:p>
            <a:r>
              <a:rPr lang="zh-TW" altLang="en-US" dirty="0">
                <a:ea typeface="+mn-lt"/>
                <a:cs typeface="+mn-lt"/>
              </a:rPr>
              <a:t>我們將這種基於</a:t>
            </a:r>
            <a:r>
              <a:rPr lang="en-US" dirty="0">
                <a:ea typeface="+mn-lt"/>
                <a:cs typeface="+mn-lt"/>
              </a:rPr>
              <a:t> episode </a:t>
            </a:r>
            <a:r>
              <a:rPr lang="zh-TW" altLang="en-US" dirty="0">
                <a:ea typeface="+mn-lt"/>
                <a:cs typeface="+mn-lt"/>
              </a:rPr>
              <a:t>的訓練機制稱為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DeepRMSA</a:t>
            </a:r>
            <a:r>
              <a:rPr lang="en-US" b="1" dirty="0">
                <a:ea typeface="+mn-lt"/>
                <a:cs typeface="+mn-lt"/>
              </a:rPr>
              <a:t>-EP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zh-TW" altLang="en-US" dirty="0">
                <a:ea typeface="新細明體"/>
              </a:rPr>
              <a:t>//補充說明//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zh-TW" altLang="en-US" dirty="0">
                <a:ea typeface="新細明體"/>
              </a:rPr>
              <a:t>因為無法預估任務會從哪發起需求不好預測狀態    </a:t>
            </a:r>
          </a:p>
          <a:p>
            <a:pPr>
              <a:buClr>
                <a:srgbClr val="262626"/>
              </a:buClr>
            </a:pPr>
            <a:endParaRPr lang="zh-TW" altLang="en-US" dirty="0">
              <a:ea typeface="新細明體"/>
            </a:endParaRPr>
          </a:p>
          <a:p>
            <a:pPr>
              <a:buClr>
                <a:srgbClr val="262626"/>
              </a:buClr>
            </a:pPr>
            <a:endParaRPr lang="en-US" altLang="zh-TW" b="1" dirty="0">
              <a:ea typeface="新細明體"/>
            </a:endParaRPr>
          </a:p>
          <a:p>
            <a:pPr>
              <a:buClr>
                <a:prstClr val="black">
                  <a:lumMod val="85000"/>
                  <a:lumOff val="15000"/>
                </a:prstClr>
              </a:buClr>
            </a:pPr>
            <a:endParaRPr lang="en-US" dirty="0">
              <a:ea typeface="新細明體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C63005-F6F9-53A9-3F19-04AFFECD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749" y="3072131"/>
            <a:ext cx="629568" cy="29998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10A521D-1DFC-F9CC-5A47-AAD8663A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716" y="3720900"/>
            <a:ext cx="629568" cy="2999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B77DC60-63E5-9460-CA36-99CA53357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810" y="3758484"/>
            <a:ext cx="159515" cy="2248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C19B9E2-6932-B7FD-0215-0BDEC7DC3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79" y="5837914"/>
            <a:ext cx="263256" cy="2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7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13BA2E-7C4A-C777-26B7-B1F8880F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0877" cy="1353105"/>
          </a:xfrm>
        </p:spPr>
        <p:txBody>
          <a:bodyPr>
            <a:normAutofit fontScale="90000"/>
          </a:bodyPr>
          <a:lstStyle/>
          <a:p>
            <a:r>
              <a:rPr lang="zh-TW" altLang="en-US">
                <a:ea typeface="新細明體"/>
              </a:rPr>
              <a:t>演算法Deep-RMSA-EP的actor-learner執行過程</a:t>
            </a:r>
            <a:endParaRPr lang="zh-TW" altLang="en-US"/>
          </a:p>
        </p:txBody>
      </p:sp>
      <p:pic>
        <p:nvPicPr>
          <p:cNvPr id="4" name="內容版面配置區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4B532B0-9FAA-F152-E253-989DDF390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345" y="1724063"/>
            <a:ext cx="3429143" cy="4834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96CE9E0-2F2E-F418-B88C-1E0E9B929994}"/>
                  </a:ext>
                </a:extLst>
              </p:cNvPr>
              <p:cNvSpPr txBox="1"/>
              <p:nvPr/>
            </p:nvSpPr>
            <p:spPr>
              <a:xfrm>
                <a:off x="4851721" y="1487743"/>
                <a:ext cx="6176997" cy="480131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TW" altLang="en-US" dirty="0">
                    <a:ea typeface="新細明體"/>
                  </a:rPr>
                  <a:t>1.(1line)設置空經驗緩衝區</a:t>
                </a:r>
                <a:r>
                  <a:rPr lang="el-GR" dirty="0"/>
                  <a:t>Λ</a:t>
                </a:r>
                <a:r>
                  <a:rPr lang="zh-TW" altLang="en-US" dirty="0">
                    <a:ea typeface="新細明體"/>
                  </a:rPr>
                  <a:t>且</a:t>
                </a:r>
                <a:r>
                  <a:rPr lang="zh-TW" dirty="0">
                    <a:ea typeface="+mn-lt"/>
                    <a:cs typeface="+mn-lt"/>
                  </a:rPr>
                  <a:t>ε=1</a:t>
                </a:r>
                <a:endParaRPr lang="zh-TW" altLang="en-US" dirty="0">
                  <a:ea typeface="新細明體" panose="02020500000000000000" pitchFamily="18" charset="-120"/>
                  <a:cs typeface="+mn-lt"/>
                </a:endParaRPr>
              </a:p>
              <a:p>
                <a:endParaRPr lang="zh-TW" dirty="0"/>
              </a:p>
              <a:p>
                <a:r>
                  <a:rPr lang="en-US" altLang="zh-TW" dirty="0">
                    <a:ea typeface="新細明體"/>
                  </a:rPr>
                  <a:t>2.(3-5line)</a:t>
                </a:r>
                <a:r>
                  <a:rPr lang="en-US" altLang="zh-TW" dirty="0" err="1">
                    <a:ea typeface="新細明體"/>
                  </a:rPr>
                  <a:t>當經驗緩衝區</a:t>
                </a:r>
                <a:r>
                  <a:rPr lang="el-GR" dirty="0"/>
                  <a:t>Λ</a:t>
                </a:r>
                <a:r>
                  <a:rPr lang="en-US" altLang="zh-TW" dirty="0" err="1">
                    <a:ea typeface="新細明體"/>
                  </a:rPr>
                  <a:t>為空時</a:t>
                </a:r>
                <a:r>
                  <a:rPr lang="en-US" altLang="zh-TW" dirty="0">
                    <a:ea typeface="新細明體"/>
                  </a:rPr>
                  <a:t> </a:t>
                </a:r>
                <a:r>
                  <a:rPr lang="en-US" altLang="zh-TW" dirty="0" err="1">
                    <a:ea typeface="新細明體"/>
                  </a:rPr>
                  <a:t>同步本地dnn與全域參數</a:t>
                </a:r>
                <a:endParaRPr lang="zh-TW" dirty="0" err="1">
                  <a:ea typeface="新細明體" panose="02020500000000000000" pitchFamily="18" charset="-120"/>
                </a:endParaRP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3.(6line)</a:t>
                </a:r>
                <a:r>
                  <a:rPr lang="en-US" altLang="zh-TW" dirty="0" err="1">
                    <a:ea typeface="新細明體"/>
                  </a:rPr>
                  <a:t>更新EON狀態</a:t>
                </a:r>
                <a:r>
                  <a:rPr lang="en-US" altLang="zh-TW" dirty="0">
                    <a:ea typeface="新細明體"/>
                  </a:rPr>
                  <a:t> </a:t>
                </a:r>
                <a:r>
                  <a:rPr lang="en-US" altLang="zh-TW" dirty="0" err="1">
                    <a:ea typeface="新細明體"/>
                  </a:rPr>
                  <a:t>釋放已到期lightpath</a:t>
                </a:r>
                <a:endParaRPr lang="en-US" altLang="zh-TW" dirty="0">
                  <a:ea typeface="新細明體"/>
                </a:endParaRP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4..(7line)</a:t>
                </a:r>
                <a:r>
                  <a:rPr lang="en-US" altLang="zh-TW" dirty="0" err="1">
                    <a:ea typeface="新細明體"/>
                  </a:rPr>
                  <a:t>根據IV-A模型獲取St</a:t>
                </a:r>
                <a:endParaRPr lang="en-US" altLang="zh-TW" dirty="0">
                  <a:ea typeface="新細明體"/>
                </a:endParaRP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5.(8line)</a:t>
                </a:r>
                <a:r>
                  <a:rPr lang="en-US" altLang="zh-TW" dirty="0" err="1">
                    <a:ea typeface="新細明體"/>
                  </a:rPr>
                  <a:t>調用策略與價值網路</a:t>
                </a:r>
                <a:r>
                  <a:rPr lang="en-US" altLang="zh-TW" dirty="0">
                    <a:ea typeface="新細明體"/>
                  </a:rPr>
                  <a:t> </a:t>
                </a:r>
                <a:r>
                  <a:rPr lang="en-US" altLang="zh-TW" dirty="0" err="1">
                    <a:ea typeface="新細明體"/>
                  </a:rPr>
                  <a:t>產生RMSA策略狀態價值估計</a:t>
                </a:r>
                <a:endParaRPr lang="en-US" altLang="zh-TW" dirty="0">
                  <a:ea typeface="新細明體"/>
                </a:endParaRP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 err="1">
                    <a:ea typeface="新細明體"/>
                  </a:rPr>
                  <a:t>若是-ep版</a:t>
                </a:r>
                <a:r>
                  <a:rPr lang="en-US" altLang="zh-TW" dirty="0">
                    <a:ea typeface="新細明體"/>
                  </a:rPr>
                  <a:t> </a:t>
                </a:r>
                <a:r>
                  <a:rPr lang="en-US" altLang="zh-TW" dirty="0" err="1">
                    <a:ea typeface="新細明體"/>
                  </a:rPr>
                  <a:t>St多一個位置指標</a:t>
                </a:r>
              </a:p>
              <a:p>
                <a:endParaRPr lang="en-US" altLang="zh-TW" dirty="0">
                  <a:ea typeface="新細明體"/>
                </a:endParaRPr>
              </a:p>
              <a:p>
                <a:r>
                  <a:rPr lang="en-US" altLang="zh-TW" dirty="0">
                    <a:ea typeface="新細明體"/>
                  </a:rPr>
                  <a:t>6.(9-11line)actor-</a:t>
                </a:r>
                <a:r>
                  <a:rPr lang="en-US" altLang="zh-TW" dirty="0" err="1">
                    <a:ea typeface="新細明體"/>
                  </a:rPr>
                  <a:t>learner根據策略選RMSA配置並得到獎勵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err="1">
                    <a:ea typeface="+mn-lt"/>
                    <a:cs typeface="+mn-lt"/>
                  </a:rPr>
                  <a:t>以機率</a:t>
                </a:r>
                <a:r>
                  <a:rPr lang="en-US" dirty="0">
                    <a:ea typeface="+mn-lt"/>
                    <a:cs typeface="+mn-lt"/>
                  </a:rPr>
                  <a:t> </a:t>
                </a:r>
                <a:r>
                  <a:rPr lang="en-US" dirty="0" err="1">
                    <a:ea typeface="+mn-lt"/>
                    <a:cs typeface="+mn-lt"/>
                  </a:rPr>
                  <a:t>ε使用「輪盤（Roulette</a:t>
                </a:r>
                <a:r>
                  <a:rPr lang="en-US" dirty="0">
                    <a:ea typeface="+mn-lt"/>
                    <a:cs typeface="+mn-lt"/>
                  </a:rPr>
                  <a:t>）」</a:t>
                </a:r>
                <a:r>
                  <a:rPr lang="en-US" dirty="0" err="1">
                    <a:ea typeface="+mn-lt"/>
                    <a:cs typeface="+mn-lt"/>
                  </a:rPr>
                  <a:t>策略探索</a:t>
                </a:r>
                <a:r>
                  <a:rPr lang="en-US" dirty="0">
                    <a:ea typeface="+mn-lt"/>
                    <a:cs typeface="+mn-lt"/>
                  </a:rPr>
                  <a:t> </a:t>
                </a:r>
                <a:r>
                  <a:rPr lang="zh-TW" altLang="en-US" dirty="0">
                    <a:ea typeface="+mn-lt"/>
                    <a:cs typeface="+mn-lt"/>
                  </a:rPr>
                  <a:t>否則選取最大機率的動作</a:t>
                </a:r>
                <a:r>
                  <a:rPr lang="en-US" dirty="0">
                    <a:ea typeface="+mn-lt"/>
                    <a:cs typeface="+mn-lt"/>
                  </a:rPr>
                  <a:t>。</a:t>
                </a:r>
                <a:endParaRPr lang="en-US" dirty="0"/>
              </a:p>
              <a:p>
                <a:r>
                  <a:rPr lang="en-US" dirty="0"/>
                  <a:t>7.line(12)</a:t>
                </a:r>
                <a:r>
                  <a:rPr lang="zh-TW" altLang="en-US" dirty="0">
                    <a:ea typeface="新細明體"/>
                  </a:rPr>
                  <a:t>將樣本存入緩衝區</a:t>
                </a:r>
              </a:p>
              <a:p>
                <a:r>
                  <a:rPr lang="en-US" dirty="0"/>
                  <a:t>8.line(13-21)</a:t>
                </a:r>
                <a:r>
                  <a:rPr lang="zh-TW" altLang="en-US" dirty="0">
                    <a:ea typeface="新細明體"/>
                  </a:rPr>
                  <a:t>緩衝區累積</a:t>
                </a:r>
                <a:r>
                  <a:rPr lang="en-US" dirty="0"/>
                  <a:t>N</a:t>
                </a:r>
                <a:r>
                  <a:rPr lang="zh-TW" altLang="en-US" dirty="0">
                    <a:ea typeface="新細明體"/>
                  </a:rPr>
                  <a:t>個樣本時訓練</a:t>
                </a:r>
                <a:endParaRPr lang="en-US" dirty="0">
                  <a:ea typeface="新細明體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96CE9E0-2F2E-F418-B88C-1E0E9B929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721" y="1487743"/>
                <a:ext cx="6176997" cy="4801314"/>
              </a:xfrm>
              <a:prstGeom prst="rect">
                <a:avLst/>
              </a:prstGeom>
              <a:blipFill>
                <a:blip r:embed="rId3"/>
                <a:stretch>
                  <a:fillRect l="-888" t="-761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90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BAA74-62D7-57B5-56CC-F4596D1B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651"/>
            <a:ext cx="10515600" cy="1325563"/>
          </a:xfrm>
        </p:spPr>
        <p:txBody>
          <a:bodyPr/>
          <a:lstStyle/>
          <a:p>
            <a:pPr algn="ctr"/>
            <a:r>
              <a:rPr lang="zh-TW" altLang="en-US">
                <a:ea typeface="新細明體"/>
              </a:rPr>
              <a:t>詳細演算流程</a:t>
            </a:r>
            <a:endParaRPr lang="zh-TW" altLang="en-US" dirty="0">
              <a:ea typeface="新細明體"/>
            </a:endParaRP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2F2C69E-0191-D0A2-9DFD-555B93B7B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66" y="1522496"/>
            <a:ext cx="9591173" cy="50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2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3BD3388-02D8-CC1B-4858-4DFB7458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50" y="311651"/>
            <a:ext cx="9035126" cy="595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03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7E1BD-9A19-931E-4C04-54D528FF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zh-TW">
                <a:ea typeface="新細明體"/>
              </a:rPr>
              <a:t>五段落</a:t>
            </a:r>
            <a:r>
              <a:rPr lang="zh-TW" altLang="en-US">
                <a:ea typeface="新細明體"/>
              </a:rPr>
              <a:t> Simulation Setup</a:t>
            </a:r>
            <a:endParaRPr lang="en-US" altLang="zh-TW">
              <a:ea typeface="新細明體"/>
            </a:endParaRPr>
          </a:p>
          <a:p>
            <a:endParaRPr lang="zh-TW" dirty="0"/>
          </a:p>
          <a:p>
            <a:endParaRPr lang="zh-TW" altLang="en-US" dirty="0">
              <a:ea typeface="新細明體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CB2E18-F59A-D530-E43B-EC4C78073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1261928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sz="2000" dirty="0">
                <a:ea typeface="+mn-lt"/>
                <a:cs typeface="+mn-lt"/>
              </a:rPr>
              <a:t>使用 </a:t>
            </a:r>
            <a:r>
              <a:rPr lang="zh-TW" sz="2000" b="1" dirty="0">
                <a:ea typeface="+mn-lt"/>
                <a:cs typeface="+mn-lt"/>
              </a:rPr>
              <a:t>14 節點的 NSFNET 拓撲</a:t>
            </a:r>
            <a:r>
              <a:rPr lang="zh-TW" sz="2000" dirty="0">
                <a:ea typeface="+mn-lt"/>
                <a:cs typeface="+mn-lt"/>
              </a:rPr>
              <a:t>（如圖 4 所示），假設每條光纖鏈路可容納 </a:t>
            </a:r>
            <a:r>
              <a:rPr lang="zh-TW" sz="2000" b="1" dirty="0">
                <a:ea typeface="+mn-lt"/>
                <a:cs typeface="+mn-lt"/>
              </a:rPr>
              <a:t>100 個頻譜槽 (FSs)</a:t>
            </a:r>
            <a:r>
              <a:rPr lang="zh-TW" sz="2000" dirty="0">
                <a:ea typeface="+mn-lt"/>
                <a:cs typeface="+mn-lt"/>
              </a:rPr>
              <a:t>。</a:t>
            </a:r>
            <a:endParaRPr lang="zh-TW" altLang="en-US" sz="2000" dirty="0">
              <a:ea typeface="+mn-lt"/>
              <a:cs typeface="+mn-lt"/>
            </a:endParaRPr>
          </a:p>
          <a:p>
            <a:r>
              <a:rPr lang="zh-TW" altLang="en-US" sz="2000" dirty="0">
                <a:ea typeface="+mn-lt"/>
                <a:cs typeface="+mn-lt"/>
              </a:rPr>
              <a:t>動態的 </a:t>
            </a:r>
            <a:r>
              <a:rPr lang="en-US" altLang="zh-TW" sz="2000" dirty="0" err="1">
                <a:ea typeface="+mn-lt"/>
                <a:cs typeface="+mn-lt"/>
              </a:rPr>
              <a:t>lightpath</a:t>
            </a:r>
            <a:r>
              <a:rPr lang="zh-TW" altLang="en-US" sz="2000" dirty="0">
                <a:ea typeface="+mn-lt"/>
                <a:cs typeface="+mn-lt"/>
              </a:rPr>
              <a:t> 請求依據 </a:t>
            </a:r>
            <a:r>
              <a:rPr lang="en-US" altLang="zh-TW" sz="2000" b="1" dirty="0">
                <a:ea typeface="+mn-lt"/>
                <a:cs typeface="+mn-lt"/>
              </a:rPr>
              <a:t>Poisson</a:t>
            </a:r>
            <a:r>
              <a:rPr lang="zh-TW" altLang="en-US" sz="2000" b="1" dirty="0">
                <a:ea typeface="+mn-lt"/>
                <a:cs typeface="+mn-lt"/>
              </a:rPr>
              <a:t> 過程</a:t>
            </a:r>
            <a:r>
              <a:rPr lang="zh-TW" altLang="en-US" sz="2000" dirty="0">
                <a:ea typeface="+mn-lt"/>
                <a:cs typeface="+mn-lt"/>
              </a:rPr>
              <a:t> 生成，且遵循</a:t>
            </a:r>
            <a:r>
              <a:rPr lang="zh-TW" altLang="en-US" sz="2000" b="1" dirty="0">
                <a:ea typeface="+mn-lt"/>
                <a:cs typeface="+mn-lt"/>
              </a:rPr>
              <a:t>均勻流量分佈</a:t>
            </a:r>
            <a:r>
              <a:rPr lang="zh-TW" altLang="en-US" sz="2000" dirty="0">
                <a:ea typeface="+mn-lt"/>
                <a:cs typeface="+mn-lt"/>
              </a:rPr>
              <a:t>：</a:t>
            </a:r>
          </a:p>
          <a:p>
            <a:r>
              <a:rPr lang="zh-TW" altLang="en-US" sz="2000" dirty="0">
                <a:ea typeface="+mn-lt"/>
                <a:cs typeface="+mn-lt"/>
              </a:rPr>
              <a:t>平均到達率 </a:t>
            </a:r>
            <a:r>
              <a:rPr lang="en-US" altLang="zh-TW" sz="2000" dirty="0">
                <a:ea typeface="+mn-lt"/>
                <a:cs typeface="+mn-lt"/>
              </a:rPr>
              <a:t>=</a:t>
            </a:r>
            <a:r>
              <a:rPr lang="zh-TW" altLang="en-US" sz="2000" dirty="0">
                <a:ea typeface="+mn-lt"/>
                <a:cs typeface="+mn-lt"/>
              </a:rPr>
              <a:t> </a:t>
            </a:r>
            <a:r>
              <a:rPr lang="en-US" altLang="zh-TW" sz="2000" dirty="0">
                <a:ea typeface="+mn-lt"/>
                <a:cs typeface="+mn-lt"/>
              </a:rPr>
              <a:t>10</a:t>
            </a:r>
            <a:endParaRPr lang="zh-TW" altLang="en-US" sz="2000" dirty="0">
              <a:ea typeface="新細明體"/>
            </a:endParaRPr>
          </a:p>
          <a:p>
            <a:r>
              <a:rPr lang="zh-TW" altLang="en-US" sz="2000" dirty="0">
                <a:ea typeface="+mn-lt"/>
                <a:cs typeface="+mn-lt"/>
              </a:rPr>
              <a:t>平均服務持續時間 </a:t>
            </a:r>
            <a:r>
              <a:rPr lang="en-US" altLang="zh-TW" sz="2000" dirty="0">
                <a:ea typeface="+mn-lt"/>
                <a:cs typeface="+mn-lt"/>
              </a:rPr>
              <a:t>=</a:t>
            </a:r>
            <a:r>
              <a:rPr lang="zh-TW" altLang="en-US" sz="2000" dirty="0">
                <a:ea typeface="+mn-lt"/>
                <a:cs typeface="+mn-lt"/>
              </a:rPr>
              <a:t> </a:t>
            </a:r>
            <a:r>
              <a:rPr lang="en-US" altLang="zh-TW" sz="2000" dirty="0">
                <a:ea typeface="+mn-lt"/>
                <a:cs typeface="+mn-lt"/>
              </a:rPr>
              <a:t>25</a:t>
            </a:r>
            <a:r>
              <a:rPr lang="zh-TW" altLang="en-US" sz="2000" dirty="0">
                <a:ea typeface="+mn-lt"/>
                <a:cs typeface="+mn-lt"/>
              </a:rPr>
              <a:t>（時間單位）</a:t>
            </a:r>
            <a:endParaRPr lang="zh-TW" altLang="en-US" sz="2000" dirty="0">
              <a:ea typeface="新細明體"/>
            </a:endParaRPr>
          </a:p>
          <a:p>
            <a:r>
              <a:rPr lang="zh-TW" altLang="en-US" sz="2000" dirty="0">
                <a:ea typeface="+mn-lt"/>
                <a:cs typeface="+mn-lt"/>
              </a:rPr>
              <a:t>每個請求的帶寬需求均勻分佈於 </a:t>
            </a:r>
            <a:r>
              <a:rPr lang="en-US" altLang="zh-TW" sz="2000" b="1" dirty="0">
                <a:ea typeface="+mn-lt"/>
                <a:cs typeface="+mn-lt"/>
              </a:rPr>
              <a:t>25–100</a:t>
            </a:r>
            <a:r>
              <a:rPr lang="zh-TW" altLang="en-US" sz="2000" b="1" dirty="0">
                <a:ea typeface="+mn-lt"/>
                <a:cs typeface="+mn-lt"/>
              </a:rPr>
              <a:t> </a:t>
            </a:r>
            <a:r>
              <a:rPr lang="en-US" altLang="zh-TW" sz="2000" b="1" dirty="0">
                <a:ea typeface="+mn-lt"/>
                <a:cs typeface="+mn-lt"/>
              </a:rPr>
              <a:t>Gb/s</a:t>
            </a:r>
            <a:r>
              <a:rPr lang="zh-TW" altLang="en-US" sz="2000" dirty="0">
                <a:ea typeface="+mn-lt"/>
                <a:cs typeface="+mn-lt"/>
              </a:rPr>
              <a:t> 之間。</a:t>
            </a:r>
            <a:endParaRPr lang="zh-TW" altLang="en-US" sz="2000" dirty="0"/>
          </a:p>
          <a:p>
            <a:endParaRPr lang="zh-TW" sz="2000" dirty="0">
              <a:ea typeface="+mn-lt"/>
              <a:cs typeface="+mn-lt"/>
            </a:endParaRP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E09B323-C6F8-869F-ED87-1E6907D54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485" y="780529"/>
            <a:ext cx="5045565" cy="2166865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F03405D-74CC-ACCB-A2DE-A5816F4F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485" y="2871731"/>
            <a:ext cx="5322525" cy="251001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BA0E0E-347F-37EA-1E43-A2AB1243C10D}"/>
              </a:ext>
            </a:extLst>
          </p:cNvPr>
          <p:cNvSpPr txBox="1"/>
          <p:nvPr/>
        </p:nvSpPr>
        <p:spPr>
          <a:xfrm>
            <a:off x="6610470" y="5376185"/>
            <a:ext cx="53243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>
                <a:ea typeface="新細明體"/>
              </a:rPr>
              <a:t>越多神經元越快收斂 但256會overfitting</a:t>
            </a:r>
            <a:endParaRPr lang="zh-TW" altLang="en-US" dirty="0">
              <a:ea typeface="新細明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1512F96-FFD6-03FF-29B0-B1A14A6CA36F}"/>
              </a:ext>
            </a:extLst>
          </p:cNvPr>
          <p:cNvSpPr txBox="1"/>
          <p:nvPr/>
        </p:nvSpPr>
        <p:spPr>
          <a:xfrm>
            <a:off x="1372924" y="4996056"/>
            <a:ext cx="46588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b="1">
                <a:ea typeface="+mn-lt"/>
                <a:cs typeface="+mn-lt"/>
              </a:rPr>
              <a:t>actor-learner 數量</a:t>
            </a:r>
            <a:r>
              <a:rPr lang="zh-TW">
                <a:ea typeface="+mn-lt"/>
                <a:cs typeface="+mn-lt"/>
              </a:rPr>
              <a:t>（1、8、16</a:t>
            </a:r>
            <a:r>
              <a:rPr lang="en-US" altLang="zh-TW" dirty="0">
                <a:ea typeface="+mn-lt"/>
                <a:cs typeface="+mn-lt"/>
              </a:rPr>
              <a:t>)</a:t>
            </a:r>
            <a:r>
              <a:rPr lang="zh-TW" altLang="en-US">
                <a:ea typeface="+mn-lt"/>
                <a:cs typeface="+mn-lt"/>
              </a:rPr>
              <a:t>差別</a:t>
            </a:r>
            <a:endParaRPr lang="zh-TW"/>
          </a:p>
        </p:txBody>
      </p:sp>
      <p:pic>
        <p:nvPicPr>
          <p:cNvPr id="8" name="圖片 7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E04F6380-8B01-AC72-A848-56EDEDBE2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74" y="5446464"/>
            <a:ext cx="5724525" cy="1143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806DB01-9342-218E-C803-38C62EDCDDA3}"/>
              </a:ext>
            </a:extLst>
          </p:cNvPr>
          <p:cNvSpPr txBox="1"/>
          <p:nvPr/>
        </p:nvSpPr>
        <p:spPr>
          <a:xfrm>
            <a:off x="6609190" y="5747829"/>
            <a:ext cx="51603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dirty="0">
                <a:ea typeface="新細明體"/>
              </a:rPr>
              <a:t>K,J則是都=1會使其變成最短路徑+first-fit演算</a:t>
            </a:r>
            <a:endParaRPr lang="zh-TW" altLang="en-US" dirty="0">
              <a:ea typeface="新細明體" panose="02020500000000000000" pitchFamily="18" charset="-120"/>
            </a:endParaRPr>
          </a:p>
          <a:p>
            <a:r>
              <a:rPr lang="zh-TW" altLang="en-US" dirty="0">
                <a:ea typeface="新細明體"/>
              </a:rPr>
              <a:t>而K=1,3,5時增加J(給更多SPECTRUM BLOCK)</a:t>
            </a:r>
          </a:p>
          <a:p>
            <a:r>
              <a:rPr lang="zh-TW" altLang="en-US" dirty="0">
                <a:ea typeface="新細明體"/>
              </a:rPr>
              <a:t>並無提升效能</a:t>
            </a:r>
            <a:r>
              <a:rPr lang="en-US" altLang="zh-TW" dirty="0">
                <a:ea typeface="新細明體"/>
              </a:rPr>
              <a:t>,</a:t>
            </a:r>
            <a:r>
              <a:rPr lang="zh-TW" altLang="en-US" dirty="0">
                <a:ea typeface="新細明體"/>
              </a:rPr>
              <a:t>且學習難</a:t>
            </a:r>
            <a:r>
              <a:rPr lang="en-US" altLang="zh-TW" dirty="0">
                <a:ea typeface="新細明體"/>
              </a:rPr>
              <a:t>,</a:t>
            </a:r>
            <a:r>
              <a:rPr lang="zh-TW" altLang="en-US" dirty="0">
                <a:ea typeface="新細明體"/>
              </a:rPr>
              <a:t>頻譜碎片化更嚴重</a:t>
            </a:r>
          </a:p>
        </p:txBody>
      </p:sp>
    </p:spTree>
    <p:extLst>
      <p:ext uri="{BB962C8B-B14F-4D97-AF65-F5344CB8AC3E}">
        <p14:creationId xmlns:p14="http://schemas.microsoft.com/office/powerpoint/2010/main" val="337859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7F043B31-358B-EEB9-22C3-86E4CEBD2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510455"/>
                <a:ext cx="10058400" cy="4797212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r>
                  <a:rPr lang="en-US" altLang="zh-TW" dirty="0"/>
                  <a:t>1. </a:t>
                </a:r>
                <a:r>
                  <a:rPr lang="zh-TW" altLang="en-US" dirty="0"/>
                  <a:t>網路與資源模型 </a:t>
                </a:r>
                <a:endParaRPr lang="en-US" altLang="zh-TW" dirty="0"/>
              </a:p>
              <a:p>
                <a:r>
                  <a:rPr lang="zh-TW" altLang="en-US" dirty="0"/>
                  <a:t>網路拓撲：</a:t>
                </a:r>
                <a:endParaRPr lang="en-US" altLang="zh-TW" dirty="0"/>
              </a:p>
              <a:p>
                <a:r>
                  <a:rPr lang="en-US" altLang="zh-TW" dirty="0"/>
                  <a:t>G =(V,E,Λ) </a:t>
                </a:r>
              </a:p>
              <a:p>
                <a:r>
                  <a:rPr lang="en-US" altLang="zh-TW" dirty="0"/>
                  <a:t>V</a:t>
                </a:r>
                <a:r>
                  <a:rPr lang="zh-TW" altLang="en-US" dirty="0"/>
                  <a:t>：節點集合（如 </a:t>
                </a:r>
                <a:r>
                  <a:rPr lang="en-US" altLang="zh-TW" dirty="0"/>
                  <a:t>ROADM</a:t>
                </a:r>
                <a:r>
                  <a:rPr lang="zh-TW" altLang="en-US" dirty="0"/>
                  <a:t>、資料中心） </a:t>
                </a:r>
                <a:endParaRPr lang="en-US" altLang="zh-TW" dirty="0"/>
              </a:p>
              <a:p>
                <a:r>
                  <a:rPr lang="en-US" altLang="zh-TW" dirty="0"/>
                  <a:t>E</a:t>
                </a:r>
                <a:r>
                  <a:rPr lang="zh-TW" altLang="en-US" dirty="0"/>
                  <a:t>：光纖路集合 </a:t>
                </a:r>
                <a:r>
                  <a:rPr lang="en-US" altLang="zh-TW" dirty="0"/>
                  <a:t>Λ=1,2,...,|Λ| </a:t>
                </a:r>
              </a:p>
              <a:p>
                <a:r>
                  <a:rPr lang="en-US" altLang="zh-TW" dirty="0"/>
                  <a:t>Λ=1,2,...,|Λ|</a:t>
                </a:r>
                <a:r>
                  <a:rPr lang="zh-TW" altLang="en-US" dirty="0"/>
                  <a:t>：每條鏈路上可用波長集合</a:t>
                </a:r>
                <a:endParaRPr lang="en-US" altLang="zh-TW" dirty="0"/>
              </a:p>
              <a:p>
                <a:r>
                  <a:rPr lang="zh-TW" altLang="en-US" dirty="0"/>
                  <a:t>單波長容量：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：單一波長可提供的資料傳輸速率 </a:t>
                </a:r>
                <a:r>
                  <a:rPr lang="en-US" altLang="zh-TW" dirty="0"/>
                  <a:t>(Gb/s) </a:t>
                </a:r>
              </a:p>
              <a:p>
                <a:r>
                  <a:rPr lang="zh-TW" altLang="en-US" dirty="0"/>
                  <a:t>波長佔用狀態： </a:t>
                </a:r>
                <a:endParaRPr lang="en-US" altLang="zh-TW" dirty="0"/>
              </a:p>
              <a:p>
                <a:r>
                  <a:rPr lang="en-US" altLang="zh-TW" dirty="0"/>
                  <a:t> e : </a:t>
                </a:r>
                <a:r>
                  <a:rPr lang="zh-TW" altLang="en-US" dirty="0"/>
                  <a:t>邊，一條光纖路</a:t>
                </a:r>
                <a:endParaRPr lang="en-US" altLang="zh-TW" dirty="0"/>
              </a:p>
              <a:p>
                <a:r>
                  <a:rPr lang="zh-TW" altLang="en-US" dirty="0"/>
                  <a:t> </a:t>
                </a:r>
                <a:r>
                  <a:rPr lang="en-US" altLang="zh-TW" dirty="0"/>
                  <a:t>λ</a:t>
                </a:r>
                <a:r>
                  <a:rPr lang="zh-TW" altLang="en-US" dirty="0"/>
                  <a:t>：波長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lang="en-US" altLang="zh-TW" dirty="0">
                    <a:ea typeface="新細明體"/>
                  </a:rPr>
                  <a:t>(t) =1</a:t>
                </a:r>
                <a:r>
                  <a:rPr lang="zh-TW" altLang="en-US" dirty="0"/>
                  <a:t> → 時刻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時</a:t>
                </a:r>
                <a:r>
                  <a:rPr lang="en-US" altLang="zh-TW" dirty="0"/>
                  <a:t>,</a:t>
                </a:r>
                <a:r>
                  <a:rPr lang="zh-TW" altLang="en-US" dirty="0"/>
                  <a:t>波長 </a:t>
                </a:r>
                <a:r>
                  <a:rPr lang="en-US" altLang="zh-TW" dirty="0"/>
                  <a:t>λ </a:t>
                </a:r>
                <a:r>
                  <a:rPr lang="zh-TW" altLang="en-US" dirty="0"/>
                  <a:t>在邊 </a:t>
                </a:r>
                <a:r>
                  <a:rPr lang="en-US" altLang="zh-TW" dirty="0"/>
                  <a:t>e </a:t>
                </a:r>
                <a:r>
                  <a:rPr lang="zh-TW" altLang="en-US" dirty="0"/>
                  <a:t>已被佔用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lang="en-US" altLang="zh-TW" dirty="0">
                    <a:ea typeface="新細明體"/>
                  </a:rPr>
                  <a:t>(t) =0</a:t>
                </a:r>
                <a:r>
                  <a:rPr lang="zh-TW" altLang="en-US" dirty="0"/>
                  <a:t> → 時刻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時</a:t>
                </a:r>
                <a:r>
                  <a:rPr lang="en-US" altLang="zh-TW" dirty="0"/>
                  <a:t>,</a:t>
                </a:r>
                <a:r>
                  <a:rPr lang="zh-TW" altLang="en-US" dirty="0"/>
                  <a:t>波長 </a:t>
                </a:r>
                <a:r>
                  <a:rPr lang="en-US" altLang="zh-TW" dirty="0"/>
                  <a:t>λ </a:t>
                </a:r>
                <a:r>
                  <a:rPr lang="zh-TW" altLang="en-US" dirty="0"/>
                  <a:t>在邊 </a:t>
                </a:r>
                <a:r>
                  <a:rPr lang="en-US" altLang="zh-TW" dirty="0"/>
                  <a:t>e </a:t>
                </a:r>
                <a:r>
                  <a:rPr lang="zh-TW" altLang="en-US" dirty="0"/>
                  <a:t>未被佔用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>
                  <a:ea typeface="新細明體"/>
                </a:endParaRPr>
              </a:p>
            </p:txBody>
          </p:sp>
        </mc:Choice>
        <mc:Fallback xmlns=""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7F043B31-358B-EEB9-22C3-86E4CEBD2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510455"/>
                <a:ext cx="10058400" cy="4797212"/>
              </a:xfrm>
              <a:blipFill>
                <a:blip r:embed="rId2"/>
                <a:stretch>
                  <a:fillRect l="-424" t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>
            <a:extLst>
              <a:ext uri="{FF2B5EF4-FFF2-40B4-BE49-F238E27FC236}">
                <a16:creationId xmlns:a16="http://schemas.microsoft.com/office/drawing/2014/main" id="{AA4C057C-9F04-1E56-C9E8-D20DE610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dirty="0"/>
              <a:t>⼀、符號與系統假設</a:t>
            </a:r>
            <a:br>
              <a:rPr lang="en-US" altLang="zh-TW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46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A8320E-885F-87FE-D3D6-EB634451C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1333" y="1010920"/>
                <a:ext cx="10058400" cy="3931920"/>
              </a:xfrm>
            </p:spPr>
            <p:txBody>
              <a:bodyPr/>
              <a:lstStyle/>
              <a:p>
                <a:r>
                  <a:rPr lang="en-US" altLang="zh-TW" dirty="0"/>
                  <a:t>2. </a:t>
                </a:r>
                <a:r>
                  <a:rPr lang="zh-TW" altLang="en-US" dirty="0"/>
                  <a:t>請求模型 </a:t>
                </a:r>
                <a:endParaRPr lang="en-US" altLang="zh-TW" dirty="0"/>
              </a:p>
              <a:p>
                <a:r>
                  <a:rPr lang="zh-TW" altLang="en-US" dirty="0"/>
                  <a:t>每個時間步 </a:t>
                </a:r>
                <a:r>
                  <a:rPr lang="en-US" dirty="0"/>
                  <a:t>t，</a:t>
                </a:r>
                <a:r>
                  <a:rPr lang="zh-TW" altLang="en-US" dirty="0"/>
                  <a:t>有⼀個任務請求：</a:t>
                </a:r>
                <a:endParaRPr lang="en-US" altLang="zh-TW" dirty="0"/>
              </a:p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: t</a:t>
                </a:r>
                <a:r>
                  <a:rPr lang="zh-TW" altLang="en-US" dirty="0"/>
                  <a:t>時刻的需求向量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來源節點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目的節點</a:t>
                </a:r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需求頻寬 </a:t>
                </a:r>
                <a:r>
                  <a:rPr lang="en-US" altLang="zh-TW" dirty="0"/>
                  <a:t>(</a:t>
                </a:r>
                <a:r>
                  <a:rPr lang="en-US" dirty="0"/>
                  <a:t>Gb/s)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服務時間 </a:t>
                </a:r>
                <a:r>
                  <a:rPr lang="en-US" altLang="zh-TW" dirty="0"/>
                  <a:t>(</a:t>
                </a:r>
                <a:r>
                  <a:rPr lang="en-US" dirty="0"/>
                  <a:t>sec)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算力需求 </a:t>
                </a:r>
                <a:r>
                  <a:rPr lang="en-US" altLang="zh-TW" dirty="0"/>
                  <a:t>(</a:t>
                </a:r>
                <a:r>
                  <a:rPr lang="en-US" dirty="0"/>
                  <a:t>FLOPS)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記憶體需求 </a:t>
                </a:r>
                <a:r>
                  <a:rPr lang="en-US" altLang="zh-TW" dirty="0"/>
                  <a:t>(</a:t>
                </a:r>
                <a:r>
                  <a:rPr lang="en-US" dirty="0"/>
                  <a:t>MB/GB)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任務優先級</a:t>
                </a: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BA8320E-885F-87FE-D3D6-EB634451C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1333" y="1010920"/>
                <a:ext cx="10058400" cy="3931920"/>
              </a:xfrm>
              <a:blipFill>
                <a:blip r:embed="rId2"/>
                <a:stretch>
                  <a:fillRect l="-424" t="-1085" b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40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4F8558C6-ACE8-89E0-5C89-8BE3129BE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1333" y="1010920"/>
                <a:ext cx="10058400" cy="393192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/>
                  <a:t>3. </a:t>
                </a:r>
                <a:r>
                  <a:rPr lang="zh-TW" altLang="en-US" dirty="0"/>
                  <a:t>若單波長最大容量為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lang="zh-TW" altLang="en-US" dirty="0"/>
                  <a:t> ，所需波長數為</a:t>
                </a:r>
                <a:r>
                  <a:rPr lang="en-US" altLang="zh-TW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altLang="zh-TW" i="1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dirty="0"/>
                  <a:t> t</a:t>
                </a:r>
                <a:r>
                  <a:rPr lang="zh-TW" altLang="en-US" dirty="0"/>
                  <a:t>請求的需求波長數量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dirty="0"/>
                  <a:t>t</a:t>
                </a:r>
                <a:r>
                  <a:rPr lang="zh-TW" altLang="en-US" dirty="0"/>
                  <a:t>請求的需求頻寬</a:t>
                </a:r>
                <a:endParaRPr lang="en-US" altLang="zh-TW" dirty="0"/>
              </a:p>
              <a:p>
                <a:endParaRPr lang="en-US" dirty="0"/>
              </a:p>
              <a:p>
                <a:r>
                  <a:rPr lang="en-US" dirty="0"/>
                  <a:t>4.</a:t>
                </a:r>
                <a:r>
                  <a:rPr lang="zh-TW" altLang="en-US" dirty="0"/>
                  <a:t>波長可用性</a:t>
                </a:r>
                <a:endParaRPr lang="en-US" altLang="zh-TW" dirty="0"/>
              </a:p>
              <a:p>
                <a:r>
                  <a:rPr lang="zh-TW" altLang="en-US" dirty="0"/>
                  <a:t>對於候選路徑 （由邊</a:t>
                </a:r>
                <a:r>
                  <a:rPr lang="en-US" altLang="zh-TW" dirty="0"/>
                  <a:t>e</a:t>
                </a:r>
                <a:r>
                  <a:rPr lang="zh-TW" altLang="en-US" dirty="0"/>
                  <a:t>集合組成），某波長 </a:t>
                </a:r>
                <a:r>
                  <a:rPr lang="en-US" altLang="zh-TW" dirty="0"/>
                  <a:t>λ </a:t>
                </a:r>
                <a:r>
                  <a:rPr lang="zh-TW" altLang="en-US" dirty="0"/>
                  <a:t>的可用性：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條候選路徑包含的邊</a:t>
                </a:r>
                <a:r>
                  <a:rPr lang="en-US" altLang="zh-TW" dirty="0"/>
                  <a:t>e</a:t>
                </a:r>
                <a:r>
                  <a:rPr lang="zh-TW" altLang="en-US" dirty="0"/>
                  <a:t>集合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lang="en-US" altLang="zh-TW" dirty="0">
                    <a:ea typeface="新細明體"/>
                  </a:rPr>
                  <a:t>(t):</a:t>
                </a:r>
                <a:r>
                  <a:rPr lang="zh-TW" altLang="en-US" dirty="0">
                    <a:ea typeface="新細明體"/>
                  </a:rPr>
                  <a:t>波長占用狀態</a:t>
                </a:r>
                <a:endParaRPr lang="en-US" altLang="zh-TW" dirty="0">
                  <a:ea typeface="新細明體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 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若整條路徑所有邊該波長皆可用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 </m:t>
                    </m:r>
                  </m:oMath>
                </a14:m>
                <a:r>
                  <a:rPr lang="en-US" altLang="zh-TW" dirty="0"/>
                  <a:t>1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否則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 0</a:t>
                </a:r>
              </a:p>
            </p:txBody>
          </p:sp>
        </mc:Choice>
        <mc:Fallback xmlns="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4F8558C6-ACE8-89E0-5C89-8BE3129BE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1333" y="1010920"/>
                <a:ext cx="10058400" cy="3931920"/>
              </a:xfrm>
              <a:blipFill>
                <a:blip r:embed="rId2"/>
                <a:stretch>
                  <a:fillRect l="-303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502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97935-BAF2-EF5E-35EC-8E7561672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2629" y="857794"/>
                <a:ext cx="10058400" cy="4872446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>
                    <a:solidFill>
                      <a:schemeClr val="accent1"/>
                    </a:solidFill>
                  </a:rPr>
                  <a:t>狀態 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(State)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chemeClr val="accent1"/>
                    </a:solidFill>
                  </a:rPr>
                  <a:t> </a:t>
                </a:r>
              </a:p>
              <a:p>
                <a:r>
                  <a:rPr lang="zh-TW" altLang="en-US" dirty="0"/>
                  <a:t>請求層特徵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=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：時間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的⽤⼾請求特徵向量 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2. </a:t>
                </a:r>
                <a:r>
                  <a:rPr lang="zh-TW" altLang="en-US" dirty="0"/>
                  <a:t>路徑層特徵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每條候選路徑 </a:t>
                </a:r>
                <a:r>
                  <a:rPr lang="en-US" altLang="zh-TW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 第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種路徑特徵，可⽤波長總數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種路徑特徵，最⼤連續可⽤波長數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種路徑特徵，可⾏性指⽰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4</a:t>
                </a:r>
                <a:r>
                  <a:rPr lang="zh-TW" altLang="en-US" dirty="0"/>
                  <a:t>種路徑特徵，路徑延遲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種路徑特徵，可⽤算⼒比例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：路徑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上波長</a:t>
                </a:r>
                <a:r>
                  <a:rPr lang="en-US" altLang="zh-TW" dirty="0"/>
                  <a:t>λ</a:t>
                </a:r>
                <a:r>
                  <a:rPr lang="zh-TW" altLang="en-US" dirty="0"/>
                  <a:t>的可⽤性 </a:t>
                </a: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97935-BAF2-EF5E-35EC-8E7561672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2629" y="857794"/>
                <a:ext cx="10058400" cy="4872446"/>
              </a:xfrm>
              <a:blipFill>
                <a:blip r:embed="rId2"/>
                <a:stretch>
                  <a:fillRect l="-424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556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9BBE2FD-B253-F783-9ECB-0E6BDAEA55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2629" y="788125"/>
                <a:ext cx="10058400" cy="564750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   S  : </a:t>
                </a:r>
                <a:r>
                  <a:rPr lang="zh-TW" altLang="en-US" dirty="0"/>
                  <a:t>連續波長集合（連續的波長段） </a:t>
                </a:r>
                <a:endParaRPr lang="en-US" altLang="zh-TW" dirty="0"/>
              </a:p>
              <a:p>
                <a:r>
                  <a:rPr lang="en-US" altLang="zh-TW" dirty="0"/>
                  <a:t>|S|: </a:t>
                </a:r>
                <a:r>
                  <a:rPr lang="zh-TW" altLang="en-US" dirty="0"/>
                  <a:t>集合</a:t>
                </a:r>
                <a:r>
                  <a:rPr lang="en-US" altLang="zh-TW" dirty="0"/>
                  <a:t>S</a:t>
                </a:r>
                <a:r>
                  <a:rPr lang="zh-TW" altLang="en-US" dirty="0"/>
                  <a:t>的⼤⼩（包含多少個波長）</a:t>
                </a:r>
                <a:endParaRPr lang="en-US" altLang="zh-TW" dirty="0"/>
              </a:p>
              <a:p>
                <a:r>
                  <a:rPr lang="zh-TW" altLang="en-US" dirty="0"/>
                  <a:t> 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TW" altLang="en-US" dirty="0"/>
                  <a:t>：波長集合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𝑆𝐹</m:t>
                        </m:r>
                      </m:e>
                      <m: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dirty="0"/>
                  <a:t>：第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條候選路徑上所有邊的</a:t>
                </a:r>
                <a:r>
                  <a:rPr lang="en-US" altLang="zh-TW" dirty="0"/>
                  <a:t>sf</a:t>
                </a:r>
                <a:r>
                  <a:rPr lang="zh-TW" altLang="en-US" dirty="0"/>
                  <a:t>集合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：請求的算⼒需求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：從第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個到第</a:t>
                </a:r>
                <a:r>
                  <a:rPr lang="en-US" altLang="zh-TW" dirty="0"/>
                  <a:t>|S|</a:t>
                </a:r>
                <a:r>
                  <a:rPr lang="zh-TW" altLang="en-US" dirty="0"/>
                  <a:t>個服務農場的特徵向量集合 </a:t>
                </a:r>
                <a:endParaRPr lang="en-US" altLang="zh-TW" dirty="0"/>
              </a:p>
              <a:p>
                <a:r>
                  <a:rPr lang="en-US" altLang="zh-TW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：時間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State</a:t>
                </a:r>
              </a:p>
              <a:p>
                <a:endParaRPr lang="en-US" dirty="0"/>
              </a:p>
              <a:p>
                <a:r>
                  <a:rPr lang="en-US" altLang="zh-TW" dirty="0"/>
                  <a:t>1. </a:t>
                </a:r>
                <a:r>
                  <a:rPr lang="zh-TW" altLang="en-US" dirty="0"/>
                  <a:t>可⽤波長總數：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l-GR" altLang="zh-TW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altLang="zh-TW" dirty="0"/>
                          <m:t>Λ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2.</a:t>
                </a:r>
                <a:r>
                  <a:rPr lang="zh-TW" altLang="en-US" dirty="0"/>
                  <a:t> 最⼤連續可⽤波長數：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⊂</m:t>
                        </m:r>
                        <m:r>
                          <m:rPr>
                            <m:nor/>
                          </m:rPr>
                          <a:rPr lang="en-US" altLang="zh-TW" dirty="0"/>
                          <m:t>Λ</m:t>
                        </m:r>
                      </m:sub>
                    </m:sSub>
                  </m:oMath>
                </a14:m>
                <a:r>
                  <a:rPr lang="en-US" dirty="0"/>
                  <a:t>|S</a:t>
                </a:r>
                <a:r>
                  <a:rPr lang="en-US" altLang="zh-TW" dirty="0"/>
                  <a:t>|</a:t>
                </a:r>
                <a:r>
                  <a:rPr lang="en-US" dirty="0"/>
                  <a:t>· 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{∀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l-GR" dirty="0"/>
                  <a:t>ϵ</a:t>
                </a:r>
                <a:r>
                  <a:rPr lang="en-US" dirty="0"/>
                  <a:t>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3.</a:t>
                </a:r>
                <a:r>
                  <a:rPr lang="zh-TW" altLang="en-US" dirty="0"/>
                  <a:t> 可滿⾜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的可⾏性指⽰（</a:t>
                </a:r>
                <a:r>
                  <a:rPr lang="en-US" altLang="zh-TW" dirty="0"/>
                  <a:t>1/0</a:t>
                </a:r>
                <a:r>
                  <a:rPr lang="zh-TW" altLang="en-US" dirty="0"/>
                  <a:t>）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}</a:t>
                </a:r>
              </a:p>
              <a:p>
                <a:r>
                  <a:rPr lang="en-US" dirty="0"/>
                  <a:t>4.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路徑延遲 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𝑑𝑒𝑙𝑎𝑦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5.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zh-TW" altLang="en-US"/>
                          <m:t>可⽤算⼒比例</m:t>
                        </m:r>
                        <m:r>
                          <m:rPr>
                            <m:nor/>
                          </m:rPr>
                          <a:rPr lang="zh-TW" altLang="en-US"/>
                          <m:t>： </m:t>
                        </m:r>
                        <m:r>
                          <m:rPr>
                            <m:nor/>
                          </m:rPr>
                          <a:rPr lang="zh-TW" altLang="en-US"/>
                          <m:t>代表在 的可取得最⼤相對算⼒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: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𝑠𝑓</m:t>
                        </m:r>
                        <m:r>
                          <m:rPr>
                            <m:sty m:val="p"/>
                            <m:brk m:alnAt="7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ϵ</m:t>
                        </m:r>
                        <m:sSub>
                          <m:sSubPr>
                            <m:ctrlPr>
                              <a:rPr lang="el-GR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l-GR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sub>
                    </m:sSub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𝑎𝑣𝑎𝑖𝑙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6.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TW" altLang="en-US"/>
                          <m:t>整個狀態串接成⼀個向量</m:t>
                        </m:r>
                        <m:r>
                          <m:rPr>
                            <m:nor/>
                          </m:rPr>
                          <a:rPr lang="zh-TW" altLang="en-US"/>
                          <m:t>（</m:t>
                        </m:r>
                        <m:r>
                          <m:rPr>
                            <m:nor/>
                          </m:rPr>
                          <a:rPr lang="zh-TW" altLang="en-US"/>
                          <m:t>固定長</m:t>
                        </m:r>
                        <m:r>
                          <m:rPr>
                            <m:nor/>
                          </m:rPr>
                          <a:rPr lang="zh-TW" altLang="en-US"/>
                          <m:t>）：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9BBE2FD-B253-F783-9ECB-0E6BDAEA5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2629" y="788125"/>
                <a:ext cx="10058400" cy="5647509"/>
              </a:xfrm>
              <a:blipFill>
                <a:blip r:embed="rId2"/>
                <a:stretch>
                  <a:fillRect l="-424" t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819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F3EA76-BC9D-CE41-7B9A-571A09FA9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9714" y="822959"/>
                <a:ext cx="10058400" cy="54820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Service Farm (SF) </a:t>
                </a:r>
                <a:r>
                  <a:rPr lang="zh-TW" altLang="en-US" dirty="0"/>
                  <a:t>資源特徵 </a:t>
                </a:r>
                <a:endParaRPr lang="en-US" altLang="zh-TW" dirty="0"/>
              </a:p>
              <a:p>
                <a:r>
                  <a:rPr lang="zh-TW" altLang="en-US" dirty="0"/>
                  <a:t>對每個 </a:t>
                </a:r>
                <a:r>
                  <a:rPr lang="en-US" dirty="0" err="1"/>
                  <a:t>SF（service</a:t>
                </a:r>
                <a:r>
                  <a:rPr lang="en-US" dirty="0"/>
                  <a:t> farm / GPU cluster </a:t>
                </a:r>
                <a:r>
                  <a:rPr lang="en-US" dirty="0" err="1"/>
                  <a:t>s∈S</a:t>
                </a:r>
                <a:r>
                  <a:rPr lang="zh-TW" altLang="en-US" dirty="0"/>
                  <a:t>的資源狀態： </a:t>
                </a:r>
                <a:r>
                  <a:rPr lang="en-US" altLang="zh-TW" dirty="0"/>
                  <a:t>     </a:t>
                </a:r>
              </a:p>
              <a:p>
                <a:r>
                  <a:rPr lang="en-US" dirty="0"/>
                  <a:t>sf：</a:t>
                </a:r>
                <a:r>
                  <a:rPr lang="zh-TW" altLang="en-US" dirty="0"/>
                  <a:t>特定</a:t>
                </a:r>
                <a:r>
                  <a:rPr lang="en-US" dirty="0"/>
                  <a:t>sf </a:t>
                </a:r>
              </a:p>
              <a:p>
                <a:r>
                  <a:rPr lang="en-US" dirty="0"/>
                  <a:t>SF : sf</a:t>
                </a:r>
                <a:r>
                  <a:rPr lang="zh-TW" altLang="en-US" dirty="0"/>
                  <a:t>集合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𝑎𝑣𝑎𝑖𝑙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]</a:t>
                </a:r>
              </a:p>
              <a:p>
                <a:r>
                  <a:rPr lang="zh-TW" altLang="en-US" dirty="0"/>
                  <a:t>算力比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𝑎𝑣𝑎𝑖𝑙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：sf </a:t>
                </a:r>
                <a:r>
                  <a:rPr lang="zh-TW" altLang="en-US" dirty="0"/>
                  <a:t>在時間</a:t>
                </a:r>
                <a:r>
                  <a:rPr lang="en-US" dirty="0"/>
                  <a:t>t</a:t>
                </a:r>
                <a:r>
                  <a:rPr lang="zh-TW" altLang="en-US" dirty="0"/>
                  <a:t>的算⼒比 </a:t>
                </a:r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𝑎𝑣𝑎𝑖𝑙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(t)：sf</a:t>
                </a:r>
                <a:r>
                  <a:rPr lang="zh-TW" altLang="en-US" dirty="0"/>
                  <a:t>在時間</a:t>
                </a:r>
                <a:r>
                  <a:rPr lang="en-US" dirty="0"/>
                  <a:t>t</a:t>
                </a:r>
                <a:r>
                  <a:rPr lang="zh-TW" altLang="en-US" dirty="0"/>
                  <a:t>的可⽤算⼒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(t)</a:t>
                </a:r>
                <a:r>
                  <a:rPr lang="zh-TW" altLang="en-US" dirty="0"/>
                  <a:t> ：</a:t>
                </a:r>
                <a:r>
                  <a:rPr lang="en-US" dirty="0"/>
                  <a:t>sf</a:t>
                </a:r>
                <a:r>
                  <a:rPr lang="zh-TW" altLang="en-US" dirty="0"/>
                  <a:t>的最⼤算⼒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 記憶體比例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𝑎𝑣𝑎𝑖𝑙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sf</a:t>
                </a:r>
                <a:r>
                  <a:rPr lang="zh-TW" altLang="en-US" dirty="0"/>
                  <a:t>在時間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的可⽤記憶體 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𝑠𝑓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sf</a:t>
                </a:r>
                <a:r>
                  <a:rPr lang="zh-TW" altLang="en-US" dirty="0"/>
                  <a:t>的最⼤記憶體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：功耗</a:t>
                </a:r>
                <a:endParaRPr lang="en-US" altLang="zh-TW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F3EA76-BC9D-CE41-7B9A-571A09FA9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9714" y="822959"/>
                <a:ext cx="10058400" cy="5482047"/>
              </a:xfrm>
              <a:blipFill>
                <a:blip r:embed="rId2"/>
                <a:stretch>
                  <a:fillRect l="-424" t="-667" b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756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7E0E5E6-97B9-8B57-F34C-D930949B94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9086" y="605245"/>
                <a:ext cx="10058400" cy="5934891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>
                    <a:solidFill>
                      <a:schemeClr val="accent1"/>
                    </a:solidFill>
                  </a:rPr>
                  <a:t>動作 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(</a:t>
                </a:r>
                <a:r>
                  <a:rPr lang="en-US" dirty="0">
                    <a:solidFill>
                      <a:schemeClr val="accent1"/>
                    </a:solidFill>
                  </a:rPr>
                  <a:t>Action)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dirty="0"/>
                  <a:t>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∈ {1,...,K}: </a:t>
                </a:r>
                <a:r>
                  <a:rPr lang="zh-TW" altLang="en-US" dirty="0"/>
                  <a:t>候選路徑索引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𝑆𝐹</m:t>
                        </m:r>
                      </m:e>
                      <m: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: </a:t>
                </a:r>
                <a:r>
                  <a:rPr lang="zh-TW" altLang="en-US" dirty="0"/>
                  <a:t>在該路徑上的 </a:t>
                </a:r>
                <a:r>
                  <a:rPr lang="en-US" dirty="0"/>
                  <a:t>Service Function </a:t>
                </a:r>
                <a:r>
                  <a:rPr lang="zh-TW" altLang="en-US" dirty="0"/>
                  <a:t>節點中選一個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 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時為請求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個頻譜槽所選的連續波長區間</a:t>
                </a:r>
                <a:endParaRPr lang="en-US" altLang="zh-TW" dirty="0"/>
              </a:p>
              <a:p>
                <a:endParaRPr lang="en-US" dirty="0"/>
              </a:p>
              <a:p>
                <a:r>
                  <a:rPr lang="zh-TW" altLang="en-US" dirty="0">
                    <a:solidFill>
                      <a:schemeClr val="accent1"/>
                    </a:solidFill>
                  </a:rPr>
                  <a:t>回饋 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(</a:t>
                </a:r>
                <a:r>
                  <a:rPr lang="en-US" dirty="0">
                    <a:solidFill>
                      <a:schemeClr val="accent1"/>
                    </a:solidFill>
                  </a:rPr>
                  <a:t>Reward)</a:t>
                </a:r>
              </a:p>
              <a:p>
                <a:r>
                  <a:rPr lang="zh-TW" altLang="en-US" dirty="0"/>
                  <a:t>成功指示函數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𝑠𝑢𝑐𝑐</m:t>
                        </m:r>
                      </m:sub>
                    </m:sSub>
                  </m:oMath>
                </a14:m>
                <a:r>
                  <a:rPr lang="en-US" dirty="0"/>
                  <a:t>(t)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zh-TW" altLang="en-US"/>
                              <m:t>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TW" altLang="en-US"/>
                              <m:t>能成功在網路與 </m:t>
                            </m:r>
                            <m:r>
                              <m:rPr>
                                <m:nor/>
                              </m:rPr>
                              <a:rPr lang="en-US" altLang="zh-TW"/>
                              <m:t>SF</m:t>
                            </m:r>
                            <m:r>
                              <m:rPr>
                                <m:nor/>
                              </m:rPr>
                              <a:rPr lang="en-US" altLang="zh-TW"/>
                              <m:t> </m:t>
                            </m:r>
                            <m:r>
                              <m:rPr>
                                <m:nor/>
                              </m:rPr>
                              <a:rPr lang="zh-TW" altLang="en-US"/>
                              <m:t>上配置並滿</m:t>
                            </m:r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足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否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altLang="zh-TW" dirty="0"/>
                  <a:t>1. </a:t>
                </a:r>
                <a:r>
                  <a:rPr lang="zh-TW" altLang="en-US" dirty="0"/>
                  <a:t>成功時的效能指標</a:t>
                </a:r>
                <a:r>
                  <a:rPr lang="en-US" dirty="0"/>
                  <a:t> </a:t>
                </a:r>
              </a:p>
              <a:p>
                <a:r>
                  <a:rPr lang="zh-TW" altLang="en-US" dirty="0"/>
                  <a:t>   延遲效率</a:t>
                </a:r>
                <a:r>
                  <a:rPr lang="en-US" altLang="zh-TW" dirty="0"/>
                  <a:t>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hy-AM" altLang="zh-TW" i="1" smtClean="0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𝑑𝑒𝑙𝑎𝑦</m:t>
                        </m:r>
                      </m:sup>
                    </m:sSubSup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𝑑𝑒𝑙𝑎𝑦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i="1" dirty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,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delay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zh-TW" altLang="en-US" dirty="0"/>
                  <a:t>否則為</a:t>
                </a:r>
                <a:r>
                  <a:rPr lang="en-US" altLang="zh-TW" dirty="0"/>
                  <a:t>0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𝑑𝑒𝑙𝑎𝑦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dirty="0"/>
                  <a:t> 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的延遲效率</a:t>
                </a:r>
                <a:endParaRPr lang="en-US" altLang="zh-TW" dirty="0"/>
              </a:p>
              <a:p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𝑑𝑒𝑙𝑎𝑦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：</a:t>
                </a:r>
                <a:r>
                  <a:rPr lang="zh-TW" altLang="en-US" dirty="0"/>
                  <a:t>實際總</a:t>
                </a:r>
                <a:r>
                  <a:rPr lang="en-US" dirty="0"/>
                  <a:t>delay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l-GR" i="1" dirty="0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: </a:t>
                </a:r>
                <a:r>
                  <a:rPr lang="zh-TW" altLang="en-US" dirty="0"/>
                  <a:t>服務時間要求</a:t>
                </a: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7E0E5E6-97B9-8B57-F34C-D930949B9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9086" y="605245"/>
                <a:ext cx="10058400" cy="5934891"/>
              </a:xfrm>
              <a:blipFill>
                <a:blip r:embed="rId2"/>
                <a:stretch>
                  <a:fillRect l="-424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617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0F8DD1-0DD6-7590-5148-957DEC724D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874" y="666205"/>
                <a:ext cx="10058400" cy="5543005"/>
              </a:xfrm>
            </p:spPr>
            <p:txBody>
              <a:bodyPr/>
              <a:lstStyle/>
              <a:p>
                <a:r>
                  <a:rPr lang="zh-TW" altLang="en-US" dirty="0"/>
                  <a:t>功耗效率：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𝑝𝑜𝑤𝑒𝑟</m:t>
                        </m:r>
                      </m:sup>
                    </m:sSubSup>
                  </m:oMath>
                </a14:m>
                <a:r>
                  <a:rPr lang="en-US" dirty="0"/>
                  <a:t> 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𝑢𝑠𝑒𝑑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𝑝𝑜𝑤𝑒𝑟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時間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功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耗效率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𝑢𝑠𝑒𝑑</m:t>
                        </m:r>
                      </m:sup>
                    </m:sSubSup>
                  </m:oMath>
                </a14:m>
                <a:r>
                  <a:rPr lang="en-US" dirty="0"/>
                  <a:t> : 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實際使用的功耗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系統最大功耗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zh-TW" altLang="en-US" dirty="0"/>
                  <a:t>碎⽚化效率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越⼩越好</a:t>
                </a:r>
                <a:r>
                  <a:rPr lang="en-US" altLang="zh-TW" dirty="0"/>
                  <a:t>):</a:t>
                </a:r>
                <a:r>
                  <a:rPr lang="el-GR" altLang="zh-TW" dirty="0"/>
                  <a:t>Φ</a:t>
                </a:r>
                <a:r>
                  <a:rPr lang="en-US" altLang="zh-TW" dirty="0"/>
                  <a:t>(t)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#(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𝑓𝑟𝑒𝑒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𝑐𝑜𝑛𝑡𝑖𝑔𝑢𝑜𝑢𝑠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𝑟𝑢𝑛𝑠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zh-TW" altLang="en-US" dirty="0"/>
                  <a:t>先定義碎⽚度函數</a:t>
                </a:r>
                <a:r>
                  <a:rPr lang="el-GR" altLang="zh-TW" dirty="0"/>
                  <a:t>Φ</a:t>
                </a:r>
                <a:r>
                  <a:rPr lang="en-US" altLang="zh-TW" dirty="0"/>
                  <a:t>(t)</a:t>
                </a:r>
                <a:r>
                  <a:rPr lang="zh-TW" altLang="en-US" dirty="0"/>
                  <a:t> （越⼤表⽰越碎）</a:t>
                </a:r>
                <a:endParaRPr lang="en-US" altLang="zh-TW" dirty="0"/>
              </a:p>
              <a:p>
                <a:r>
                  <a:rPr lang="en-US" dirty="0"/>
                  <a:t>∆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: 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的碎片變化量</a:t>
                </a:r>
                <a:endParaRPr lang="en-US" altLang="zh-TW" dirty="0"/>
              </a:p>
              <a:p>
                <a:r>
                  <a:rPr lang="el-GR" altLang="zh-TW" dirty="0"/>
                  <a:t>Φ</a:t>
                </a:r>
                <a:r>
                  <a:rPr lang="en-US" altLang="zh-TW" dirty="0"/>
                  <a:t>(t):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的碎片函數</a:t>
                </a:r>
                <a:endParaRPr lang="en-US" altLang="zh-TW" dirty="0"/>
              </a:p>
              <a:p>
                <a:r>
                  <a:rPr lang="el-GR" altLang="zh-TW" dirty="0"/>
                  <a:t>Φ</a:t>
                </a:r>
                <a:r>
                  <a:rPr lang="en-US" altLang="zh-TW" dirty="0"/>
                  <a:t>(tˉ):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之前的碎⽚度</a:t>
                </a:r>
                <a:endParaRPr lang="en-US" altLang="zh-TW" dirty="0"/>
              </a:p>
              <a:p>
                <a:r>
                  <a:rPr lang="zh-TW" altLang="en-US" dirty="0"/>
                  <a:t>碎⽚變化：</a:t>
                </a:r>
                <a:r>
                  <a:rPr lang="en-US" dirty="0"/>
                  <a:t> ∆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= </a:t>
                </a:r>
                <a:r>
                  <a:rPr lang="el-GR" altLang="zh-TW" dirty="0"/>
                  <a:t>Φ</a:t>
                </a:r>
                <a:r>
                  <a:rPr lang="en-US" altLang="zh-TW" dirty="0"/>
                  <a:t>(t)-</a:t>
                </a:r>
                <a:r>
                  <a:rPr lang="el-GR" altLang="zh-TW" dirty="0"/>
                  <a:t>Φ</a:t>
                </a:r>
                <a:r>
                  <a:rPr lang="en-US" altLang="zh-TW" dirty="0"/>
                  <a:t>(tˉ)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C0F8DD1-0DD6-7590-5148-957DEC724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874" y="666205"/>
                <a:ext cx="10058400" cy="5543005"/>
              </a:xfrm>
              <a:blipFill>
                <a:blip r:embed="rId2"/>
                <a:stretch>
                  <a:fillRect l="-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886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D3C61A-FF59-9813-A783-C4142F579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497" y="457200"/>
                <a:ext cx="10058400" cy="5943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TW" altLang="en-US" dirty="0"/>
                  <a:t>若碎⽚變多</a:t>
                </a:r>
                <a:r>
                  <a:rPr lang="en-US" altLang="zh-TW" dirty="0"/>
                  <a:t>,</a:t>
                </a:r>
                <a:r>
                  <a:rPr lang="zh-TW" altLang="en-US" dirty="0"/>
                  <a:t>效率衰減</a:t>
                </a:r>
                <a:r>
                  <a:rPr lang="en-US" altLang="zh-TW" dirty="0"/>
                  <a:t>;</a:t>
                </a:r>
                <a:r>
                  <a:rPr lang="zh-TW" altLang="en-US" dirty="0"/>
                  <a:t>若碎⽚減少或不變</a:t>
                </a:r>
                <a:r>
                  <a:rPr lang="en-US" altLang="zh-TW" dirty="0"/>
                  <a:t>,</a:t>
                </a:r>
                <a:r>
                  <a:rPr lang="zh-TW" altLang="en-US" dirty="0"/>
                  <a:t>接近 </a:t>
                </a:r>
                <a:r>
                  <a:rPr lang="en-US" altLang="zh-TW" dirty="0"/>
                  <a:t>1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𝑓𝑟𝑎𝑔</m:t>
                        </m:r>
                      </m:sup>
                    </m:sSubSup>
                  </m:oMath>
                </a14:m>
                <a:r>
                  <a:rPr lang="en-US" dirty="0"/>
                  <a:t> = exp(-</a:t>
                </a:r>
                <a:r>
                  <a:rPr lang="el-GR" dirty="0"/>
                  <a:t>υ</a:t>
                </a:r>
                <a:r>
                  <a:rPr lang="en-US" dirty="0"/>
                  <a:t> max(0, ∆</a:t>
                </a:r>
                <a:r>
                  <a:rPr lang="el-GR" altLang="zh-TW" dirty="0"/>
                  <a:t> Φ</a:t>
                </a:r>
                <a:r>
                  <a:rPr lang="en-US" altLang="zh-TW" dirty="0"/>
                  <a:t>(t)), (</a:t>
                </a:r>
                <a:r>
                  <a:rPr lang="el-GR" dirty="0"/>
                  <a:t>υ </a:t>
                </a:r>
                <a:r>
                  <a:rPr lang="en-US" dirty="0"/>
                  <a:t>&gt;0)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𝑓𝑟𝑎𝑔</m:t>
                        </m:r>
                      </m:sup>
                    </m:sSubSup>
                  </m:oMath>
                </a14:m>
                <a:r>
                  <a:rPr lang="en-US" dirty="0"/>
                  <a:t>: 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的碎片化效率</a:t>
                </a:r>
                <a:endParaRPr lang="en-US" altLang="zh-TW" dirty="0"/>
              </a:p>
              <a:p>
                <a:r>
                  <a:rPr lang="el-GR" dirty="0"/>
                  <a:t>υ </a:t>
                </a:r>
                <a:r>
                  <a:rPr lang="en-US" dirty="0"/>
                  <a:t>:</a:t>
                </a:r>
                <a:r>
                  <a:rPr lang="zh-TW" altLang="en-US" dirty="0"/>
                  <a:t>懲罰係數</a:t>
                </a:r>
                <a:endParaRPr lang="en-US" altLang="zh-TW" dirty="0"/>
              </a:p>
              <a:p>
                <a:r>
                  <a:rPr lang="en-US" dirty="0"/>
                  <a:t>max(0, ∆</a:t>
                </a:r>
                <a:r>
                  <a:rPr lang="el-GR" altLang="zh-TW" dirty="0"/>
                  <a:t> Φ</a:t>
                </a:r>
                <a:r>
                  <a:rPr lang="en-US" altLang="zh-TW" dirty="0"/>
                  <a:t>(t):</a:t>
                </a:r>
                <a:r>
                  <a:rPr lang="zh-TW" altLang="en-US" dirty="0"/>
                  <a:t>取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和</a:t>
                </a:r>
                <a:r>
                  <a:rPr lang="en-US" dirty="0"/>
                  <a:t>∆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中的最大值</a:t>
                </a:r>
                <a:endParaRPr lang="en-US" altLang="zh-TW" dirty="0"/>
              </a:p>
              <a:p>
                <a:r>
                  <a:rPr lang="zh-TW" altLang="en-US" dirty="0"/>
                  <a:t>總</a:t>
                </a:r>
                <a:r>
                  <a:rPr lang="en-US" altLang="zh-TW" dirty="0"/>
                  <a:t>Reward</a:t>
                </a:r>
                <a:r>
                  <a:rPr lang="zh-TW" altLang="en-US" dirty="0"/>
                  <a:t>函數：（</a:t>
                </a:r>
                <a:r>
                  <a:rPr lang="en-US" altLang="zh-TW" dirty="0"/>
                  <a:t>DeepRMSA ⽤</a:t>
                </a:r>
                <a:r>
                  <a:rPr lang="zh-TW" altLang="en-US" dirty="0"/>
                  <a:t>最簡單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=+1/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=-1</a:t>
                </a:r>
                <a:r>
                  <a:rPr lang="zh-TW" altLang="en-US" dirty="0"/>
                  <a:t>，我的 </a:t>
                </a:r>
                <a:r>
                  <a:rPr lang="en-US" altLang="zh-TW" dirty="0"/>
                  <a:t>reward </a:t>
                </a:r>
                <a:r>
                  <a:rPr lang="zh-TW" altLang="en-US" dirty="0"/>
                  <a:t>跟豐富（同時考慮延遲、算⼒、功耗、 碎⽚化））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𝑠𝑢𝑐𝑐</m:t>
                        </m:r>
                      </m:sub>
                    </m:sSub>
                  </m:oMath>
                </a14:m>
                <a:r>
                  <a:rPr lang="en-US" dirty="0"/>
                  <a:t>(t)·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𝑠𝑢𝑐𝑐</m:t>
                        </m:r>
                      </m:sub>
                    </m:sSub>
                  </m:oMath>
                </a14:m>
                <a:r>
                  <a:rPr lang="en-US" altLang="zh-TW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𝑑𝑒𝑙𝑎𝑦</m:t>
                        </m:r>
                      </m:sup>
                    </m:sSubSup>
                  </m:oMath>
                </a14:m>
                <a:r>
                  <a:rPr lang="en-US" altLang="zh-TW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𝑝𝑜𝑤𝑒𝑟</m:t>
                        </m:r>
                      </m:sup>
                    </m:sSubSup>
                  </m:oMath>
                </a14:m>
                <a:r>
                  <a:rPr lang="en-US" altLang="zh-TW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y-AM" altLang="zh-TW" i="1">
                            <a:latin typeface="Cambria Math" panose="02040503050406030204" pitchFamily="18" charset="0"/>
                          </a:rPr>
                          <m:t>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𝑓𝑟𝑎𝑔</m:t>
                        </m:r>
                      </m:sup>
                    </m:sSubSup>
                  </m:oMath>
                </a14:m>
                <a:r>
                  <a:rPr lang="en-US" altLang="zh-TW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) – (1 -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𝑠𝑢𝑐𝑐</m:t>
                        </m:r>
                      </m:sub>
                    </m:sSub>
                  </m:oMath>
                </a14:m>
                <a:r>
                  <a:rPr lang="en-US" dirty="0"/>
                  <a:t>(t))·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𝑏𝑙𝑜𝑐𝑘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𝑠𝑢𝑐𝑐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TW" altLang="en-US" dirty="0"/>
                  <a:t> 為成功之基礎獎勵（例如 </a:t>
                </a:r>
                <a:r>
                  <a:rPr lang="en-US" altLang="zh-TW" dirty="0"/>
                  <a:t>1 </a:t>
                </a:r>
                <a:r>
                  <a:rPr lang="zh-TW" altLang="en-US" dirty="0"/>
                  <a:t>或 </a:t>
                </a:r>
                <a:r>
                  <a:rPr lang="en-US" altLang="zh-TW" dirty="0"/>
                  <a:t>100</a:t>
                </a:r>
                <a:r>
                  <a:rPr lang="zh-TW" altLang="en-US" dirty="0"/>
                  <a:t>）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𝑏𝑙𝑜𝑐𝑘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zh-TW" altLang="en-US" dirty="0"/>
                  <a:t>為阻斷⼤懲罰（例如 </a:t>
                </a:r>
                <a:r>
                  <a:rPr lang="en-US" altLang="zh-TW" dirty="0"/>
                  <a:t>50 </a:t>
                </a:r>
                <a:r>
                  <a:rPr lang="zh-TW" altLang="en-US" dirty="0"/>
                  <a:t>或 </a:t>
                </a:r>
                <a:r>
                  <a:rPr lang="en-US" altLang="zh-TW" dirty="0"/>
                  <a:t>100</a:t>
                </a:r>
                <a:r>
                  <a:rPr lang="zh-TW" altLang="en-US" dirty="0"/>
                  <a:t>）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𝑝𝑟𝑖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zh-TW" altLang="en-US" dirty="0"/>
                  <a:t>為特定重要性的權重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為優先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級</m:t>
                    </m:r>
                  </m:oMath>
                </a14:m>
                <a:r>
                  <a:rPr lang="zh-TW" altLang="en-US" dirty="0"/>
                  <a:t>分數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TW" b="0" i="1" smtClean="0">
                        <a:latin typeface="Cambria Math" panose="02040503050406030204" pitchFamily="18" charset="0"/>
                      </a:rPr>
                      <m:t>ά</m:t>
                    </m:r>
                  </m:oMath>
                </a14:m>
                <a:r>
                  <a:rPr lang="en-US" dirty="0"/>
                  <a:t>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zh-TW" altLang="en-US" dirty="0"/>
                  <a:t>可線性</a:t>
                </a:r>
                <a:r>
                  <a:rPr lang="en-US" altLang="zh-TW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TW" dirty="0"/>
                  <a:t> : </a:t>
                </a:r>
                <a:r>
                  <a:rPr lang="zh-TW" altLang="en-US" dirty="0"/>
                  <a:t>延遲權重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zh-TW" altLang="en-US" dirty="0"/>
                  <a:t> 功耗權重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:</a:t>
                </a:r>
                <a:r>
                  <a:rPr lang="zh-TW" altLang="en-US" dirty="0"/>
                  <a:t>碎片化權重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𝑝𝑟𝑖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</a:t>
                </a:r>
                <a:r>
                  <a:rPr lang="zh-TW" altLang="en-US" dirty="0"/>
                  <a:t>優先級權重</a:t>
                </a:r>
                <a:endParaRPr lang="en-US" altLang="zh-TW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D3C61A-FF59-9813-A783-C4142F579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497" y="457200"/>
                <a:ext cx="10058400" cy="5943600"/>
              </a:xfrm>
              <a:blipFill>
                <a:blip r:embed="rId2"/>
                <a:stretch>
                  <a:fillRect l="-424" t="-1026" r="-364" b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941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4E89F5F-C052-7384-F5E8-9DD5A5DA7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920" y="709748"/>
                <a:ext cx="10058400" cy="542108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Baseline</a:t>
                </a:r>
              </a:p>
              <a:p>
                <a:r>
                  <a:rPr lang="zh-TW" altLang="en-US" dirty="0"/>
                  <a:t>採 </a:t>
                </a:r>
                <a:r>
                  <a:rPr lang="en-US" dirty="0"/>
                  <a:t>Actor-Critic。</a:t>
                </a:r>
                <a:r>
                  <a:rPr lang="zh-TW" altLang="en-US" dirty="0"/>
                  <a:t>定義 </a:t>
                </a:r>
                <a:r>
                  <a:rPr lang="en-US" dirty="0"/>
                  <a:t>value network</a:t>
                </a:r>
                <a:r>
                  <a:rPr lang="zh-TW" altLang="en-US" dirty="0"/>
                  <a:t>作為 </a:t>
                </a:r>
                <a:r>
                  <a:rPr lang="en-US" dirty="0" err="1"/>
                  <a:t>baselineV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/>
                  <a:t> (s)，</a:t>
                </a:r>
                <a:r>
                  <a:rPr lang="zh-TW" altLang="en-US" dirty="0"/>
                  <a:t>折扣回饋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TW" i="1" smtClean="0">
                            <a:latin typeface="Cambria Math" panose="02040503050406030204" pitchFamily="18" charset="0"/>
                          </a:rPr>
                          <m:t>ᴦ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可⽤滑窗（</a:t>
                </a:r>
                <a:r>
                  <a:rPr lang="en-US" dirty="0"/>
                  <a:t>FLX）</a:t>
                </a:r>
                <a:r>
                  <a:rPr lang="zh-TW" altLang="en-US" dirty="0"/>
                  <a:t>或 </a:t>
                </a:r>
                <a:r>
                  <a:rPr lang="en-US" dirty="0"/>
                  <a:t>episode based （EP）</a:t>
                </a:r>
              </a:p>
              <a:p>
                <a:r>
                  <a:rPr lang="zh-TW" altLang="en-US" dirty="0"/>
                  <a:t>滑窗</a:t>
                </a:r>
                <a:r>
                  <a:rPr lang="en-US" altLang="zh-TW" dirty="0"/>
                  <a:t>(window length W):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TW" i="1" smtClean="0">
                            <a:latin typeface="Cambria Math" panose="02040503050406030204" pitchFamily="18" charset="0"/>
                          </a:rPr>
                          <m:t>Г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b="0" i="1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EP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Г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TW" i="1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r>
                  <a:rPr lang="en-US" dirty="0"/>
                  <a:t>advantage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dirty="0"/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Г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−</m:t>
                    </m:r>
                    <m:acc>
                      <m:accPr>
                        <m:chr m:val="̇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 </a:t>
                </a:r>
                <a:r>
                  <a:rPr lang="zh-TW" altLang="en-US" dirty="0"/>
                  <a:t>狀態的價值函數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Г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  <a:r>
                  <a:rPr lang="zh-TW" altLang="en-US" dirty="0"/>
                  <a:t>時間</a:t>
                </a:r>
                <a:r>
                  <a:rPr lang="en-US" altLang="zh-TW" dirty="0"/>
                  <a:t>t</a:t>
                </a:r>
                <a:r>
                  <a:rPr lang="zh-TW" altLang="en-US" dirty="0"/>
                  <a:t>的折扣回饋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: </a:t>
                </a:r>
                <a:r>
                  <a:rPr lang="zh-TW" altLang="en-US" dirty="0"/>
                  <a:t>折扣因⼦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未來第</a:t>
                </a:r>
                <a:r>
                  <a:rPr lang="en-US" altLang="zh-TW" dirty="0" err="1"/>
                  <a:t>i</a:t>
                </a:r>
                <a:r>
                  <a:rPr lang="zh-TW" altLang="en-US" dirty="0"/>
                  <a:t>步的回饋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Episode</a:t>
                </a:r>
                <a:r>
                  <a:rPr lang="zh-TW" altLang="en-US" dirty="0"/>
                  <a:t>長度</a:t>
                </a:r>
                <a:endParaRPr lang="en-US" altLang="zh-TW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4E89F5F-C052-7384-F5E8-9DD5A5DA7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" y="709748"/>
                <a:ext cx="10058400" cy="5421086"/>
              </a:xfrm>
              <a:blipFill>
                <a:blip r:embed="rId2"/>
                <a:stretch>
                  <a:fillRect l="-424" t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029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7344E5D-7C4D-9FEE-8E0C-945749FB9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4251" y="814251"/>
                <a:ext cx="10058400" cy="480277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>
                    <a:solidFill>
                      <a:schemeClr val="accent1"/>
                    </a:solidFill>
                  </a:rPr>
                  <a:t>損失函數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(</a:t>
                </a:r>
                <a:r>
                  <a:rPr lang="zh-TW" altLang="en-US" dirty="0">
                    <a:solidFill>
                      <a:schemeClr val="accent1"/>
                    </a:solidFill>
                  </a:rPr>
                  <a:t>直接沿用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DeepRMSA</a:t>
                </a:r>
                <a:r>
                  <a:rPr lang="zh-TW" altLang="en-US" dirty="0">
                    <a:solidFill>
                      <a:schemeClr val="accent1"/>
                    </a:solidFill>
                  </a:rPr>
                  <a:t>形式</a:t>
                </a:r>
                <a:r>
                  <a:rPr lang="en-US" altLang="zh-TW" dirty="0">
                    <a:solidFill>
                      <a:schemeClr val="accent1"/>
                    </a:solidFill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策略損失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TW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altLang="zh-TW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zh-TW" altLang="en-US" dirty="0"/>
                  <a:t>價值損失</a:t>
                </a:r>
                <a:r>
                  <a:rPr lang="en-US" altLang="zh-TW" dirty="0"/>
                  <a:t>(MSE):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i="1">
                                            <a:latin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−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zh-TW" i="1">
                                    <a:latin typeface="Cambria Math" panose="02040503050406030204" pitchFamily="18" charset="0"/>
                                  </a:rPr>
                                  <m:t>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l-GR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 policy network(</a:t>
                </a:r>
                <a:r>
                  <a:rPr lang="zh-TW" altLang="en-US" dirty="0"/>
                  <a:t>策略網路</a:t>
                </a:r>
                <a:r>
                  <a:rPr lang="en-US" altLang="zh-TW" dirty="0"/>
                  <a:t>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</a:rPr>
                      <m:t>π</m:t>
                    </m:r>
                    <m:sSub>
                      <m:sSubPr>
                        <m:ctrlPr>
                          <a:rPr lang="el-GR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動作</m:t>
                    </m:r>
                  </m:oMath>
                </a14:m>
                <a:r>
                  <a:rPr lang="en-US" dirty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策略網路參數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//</a:t>
                </a:r>
                <a:r>
                  <a:rPr lang="zh-TW" altLang="en-US" dirty="0"/>
                  <a:t>補充</a:t>
                </a:r>
                <a:r>
                  <a:rPr lang="en-US" altLang="zh-TW" dirty="0"/>
                  <a:t>//</a:t>
                </a:r>
              </a:p>
              <a:p>
                <a:r>
                  <a:rPr lang="zh-TW" altLang="en-US" dirty="0"/>
                  <a:t>策略損失透過 </a:t>
                </a:r>
                <a:r>
                  <a:rPr lang="en-US" dirty="0"/>
                  <a:t>advantage </a:t>
                </a:r>
                <a:r>
                  <a:rPr lang="zh-TW" altLang="en-US" dirty="0"/>
                  <a:t>更新 </a:t>
                </a:r>
                <a:r>
                  <a:rPr lang="en-US" dirty="0"/>
                  <a:t>policy network；</a:t>
                </a:r>
                <a:r>
                  <a:rPr lang="zh-TW" altLang="en-US" dirty="0"/>
                  <a:t>價值損失則讓 </a:t>
                </a:r>
                <a:r>
                  <a:rPr lang="en-US" dirty="0"/>
                  <a:t>baseline value network </a:t>
                </a:r>
                <a:r>
                  <a:rPr lang="zh-TW" altLang="en-US" dirty="0"/>
                  <a:t>學會準確估計回饋 </a:t>
                </a:r>
                <a:r>
                  <a:rPr lang="el-GR" dirty="0"/>
                  <a:t>Γ</a:t>
                </a:r>
                <a:r>
                  <a:rPr lang="en-US" dirty="0"/>
                  <a:t>ₜ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7344E5D-7C4D-9FEE-8E0C-945749FB9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4251" y="814251"/>
                <a:ext cx="10058400" cy="4802778"/>
              </a:xfrm>
              <a:blipFill>
                <a:blip r:embed="rId2"/>
                <a:stretch>
                  <a:fillRect l="-424" t="-889" r="-182" b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982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49F544-79B4-C9B1-C5D7-F5E08CA3E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40" y="432228"/>
            <a:ext cx="10058400" cy="57956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BPSK (Binary Phase Shift Keying)</a:t>
            </a:r>
            <a:endParaRPr lang="zh-TW" altLang="en-US"/>
          </a:p>
          <a:p>
            <a:pPr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只有 </a:t>
            </a:r>
            <a:r>
              <a:rPr lang="zh-TW" b="1">
                <a:ea typeface="+mn-lt"/>
                <a:cs typeface="+mn-lt"/>
              </a:rPr>
              <a:t>2 種相位</a:t>
            </a:r>
            <a:r>
              <a:rPr lang="zh-TW">
                <a:ea typeface="+mn-lt"/>
                <a:cs typeface="+mn-lt"/>
              </a:rPr>
              <a:t>（0° 和 180°）。</a:t>
            </a:r>
            <a:endParaRPr lang="zh-TW"/>
          </a:p>
          <a:p>
            <a:pPr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每一個符號時間（symbol period）只能表示 </a:t>
            </a:r>
            <a:r>
              <a:rPr lang="zh-TW" b="1">
                <a:ea typeface="+mn-lt"/>
                <a:cs typeface="+mn-lt"/>
              </a:rPr>
              <a:t>1 bit</a:t>
            </a:r>
            <a:r>
              <a:rPr lang="zh-TW">
                <a:ea typeface="+mn-lt"/>
                <a:cs typeface="+mn-lt"/>
              </a:rPr>
              <a:t>。</a:t>
            </a:r>
            <a:endParaRPr lang="zh-TW"/>
          </a:p>
          <a:p>
            <a:pPr lvl="1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相位 0° = bit 0</a:t>
            </a:r>
            <a:endParaRPr lang="zh-TW"/>
          </a:p>
          <a:p>
            <a:pPr lvl="1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相位 180° = bit 1</a:t>
            </a:r>
            <a:endParaRPr lang="zh-TW"/>
          </a:p>
          <a:p>
            <a:pPr lvl="1">
              <a:buClr>
                <a:srgbClr val="262626"/>
              </a:buClr>
            </a:pPr>
            <a:br>
              <a:rPr lang="en-US" altLang="zh-TW" dirty="0"/>
            </a:br>
            <a:endParaRPr lang="en-US" altLang="zh-TW" dirty="0"/>
          </a:p>
          <a:p>
            <a:pPr lvl="1">
              <a:buClr>
                <a:srgbClr val="262626"/>
              </a:buClr>
            </a:pPr>
            <a:r>
              <a:rPr lang="zh-TW"/>
              <a:t>🔹 QPSK (Quadrature Phase Shift Keying)</a:t>
            </a:r>
          </a:p>
          <a:p>
            <a:pPr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有 </a:t>
            </a:r>
            <a:r>
              <a:rPr lang="zh-TW" b="1">
                <a:ea typeface="+mn-lt"/>
                <a:cs typeface="+mn-lt"/>
              </a:rPr>
              <a:t>4 種相位</a:t>
            </a:r>
            <a:r>
              <a:rPr lang="zh-TW">
                <a:ea typeface="+mn-lt"/>
                <a:cs typeface="+mn-lt"/>
              </a:rPr>
              <a:t>（0°、90°、180°、270°）。</a:t>
            </a:r>
            <a:endParaRPr lang="zh-TW"/>
          </a:p>
          <a:p>
            <a:pPr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每一個符號時間可以表示 </a:t>
            </a:r>
            <a:r>
              <a:rPr lang="zh-TW" b="1">
                <a:ea typeface="+mn-lt"/>
                <a:cs typeface="+mn-lt"/>
              </a:rPr>
              <a:t>2 bits</a:t>
            </a:r>
            <a:r>
              <a:rPr lang="zh-TW">
                <a:ea typeface="+mn-lt"/>
                <a:cs typeface="+mn-lt"/>
              </a:rPr>
              <a:t>。</a:t>
            </a:r>
            <a:endParaRPr lang="zh-TW"/>
          </a:p>
          <a:p>
            <a:pPr lvl="1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例如：</a:t>
            </a:r>
            <a:endParaRPr lang="zh-TW"/>
          </a:p>
          <a:p>
            <a:pPr lvl="2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0° = 00</a:t>
            </a:r>
            <a:endParaRPr lang="zh-TW"/>
          </a:p>
          <a:p>
            <a:pPr lvl="2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90° = 01</a:t>
            </a:r>
            <a:endParaRPr lang="zh-TW"/>
          </a:p>
          <a:p>
            <a:pPr lvl="2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180° = 11</a:t>
            </a:r>
            <a:endParaRPr lang="zh-TW"/>
          </a:p>
          <a:p>
            <a:pPr lvl="2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270° = 10</a:t>
            </a:r>
            <a:endParaRPr lang="zh-TW"/>
          </a:p>
          <a:p>
            <a:pPr lvl="2">
              <a:buClr>
                <a:srgbClr val="262626"/>
              </a:buClr>
            </a:pPr>
            <a:r>
              <a:rPr lang="zh-TW">
                <a:ea typeface="+mn-lt"/>
                <a:cs typeface="+mn-lt"/>
              </a:rPr>
              <a:t>👉 所以是「</a:t>
            </a:r>
            <a:r>
              <a:rPr lang="zh-TW" b="1">
                <a:ea typeface="+mn-lt"/>
                <a:cs typeface="+mn-lt"/>
              </a:rPr>
              <a:t>一個符號（一個波形週期）承載兩個 bit</a:t>
            </a:r>
            <a:r>
              <a:rPr lang="zh-TW">
                <a:ea typeface="+mn-lt"/>
                <a:cs typeface="+mn-lt"/>
              </a:rPr>
              <a:t>」。</a:t>
            </a:r>
            <a:endParaRPr lang="zh-TW">
              <a:ea typeface="新細明體"/>
              <a:cs typeface="+mn-lt"/>
            </a:endParaRPr>
          </a:p>
          <a:p>
            <a:pPr lvl="2">
              <a:buClr>
                <a:srgbClr val="262626"/>
              </a:buClr>
            </a:pPr>
            <a:endParaRPr lang="zh-TW" altLang="en-US" dirty="0">
              <a:ea typeface="新細明體"/>
              <a:cs typeface="+mn-lt"/>
            </a:endParaRPr>
          </a:p>
          <a:p>
            <a:pPr lvl="2">
              <a:buClr>
                <a:srgbClr val="262626"/>
              </a:buClr>
            </a:pPr>
            <a:endParaRPr lang="zh-TW" altLang="en-US" dirty="0">
              <a:ea typeface="新細明體"/>
            </a:endParaRPr>
          </a:p>
          <a:p>
            <a:pPr marL="548640" lvl="2" indent="0">
              <a:buClr>
                <a:srgbClr val="262626"/>
              </a:buClr>
              <a:buNone/>
            </a:pPr>
            <a:endParaRPr lang="en-US" altLang="zh-TW" dirty="0">
              <a:ea typeface="新細明體"/>
            </a:endParaRPr>
          </a:p>
          <a:p>
            <a:pPr>
              <a:buClr>
                <a:srgbClr val="262626"/>
              </a:buClr>
            </a:pPr>
            <a:endParaRPr lang="zh-TW" altLang="en-US" dirty="0">
              <a:ea typeface="新細明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EC964AE-1618-3DAD-5AE7-D2F42D171671}"/>
              </a:ext>
            </a:extLst>
          </p:cNvPr>
          <p:cNvSpPr txBox="1"/>
          <p:nvPr/>
        </p:nvSpPr>
        <p:spPr>
          <a:xfrm>
            <a:off x="813412" y="5706737"/>
            <a:ext cx="34225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dirty="0">
                <a:ea typeface="新細明體"/>
              </a:rPr>
              <a:t>16-QAM</a:t>
            </a:r>
            <a:r>
              <a:rPr lang="zh-TW">
                <a:ea typeface="新細明體"/>
              </a:rPr>
              <a:t>：</a:t>
            </a:r>
            <a:r>
              <a:rPr lang="en-US" altLang="zh-TW" dirty="0">
                <a:ea typeface="新細明體"/>
              </a:rPr>
              <a:t>1</a:t>
            </a:r>
            <a:r>
              <a:rPr lang="zh-TW" dirty="0"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symbol</a:t>
            </a:r>
            <a:r>
              <a:rPr lang="zh-TW" dirty="0"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=</a:t>
            </a:r>
            <a:r>
              <a:rPr lang="zh-TW" dirty="0"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4</a:t>
            </a:r>
            <a:r>
              <a:rPr lang="zh-TW" dirty="0"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bits</a:t>
            </a:r>
          </a:p>
          <a:p>
            <a:r>
              <a:rPr lang="en-US" altLang="zh-TW" sz="1400" dirty="0">
                <a:ea typeface="新細明體"/>
              </a:rPr>
              <a:t> =&gt;</a:t>
            </a:r>
            <a:r>
              <a:rPr lang="en-US" altLang="zh-TW" sz="1400" dirty="0" err="1">
                <a:ea typeface="新細明體"/>
              </a:rPr>
              <a:t>用震幅</a:t>
            </a:r>
            <a:r>
              <a:rPr lang="en-US" altLang="zh-TW" sz="1400" dirty="0">
                <a:ea typeface="新細明體"/>
              </a:rPr>
              <a:t>(1,0)+</a:t>
            </a:r>
            <a:r>
              <a:rPr lang="en-US" altLang="zh-TW" sz="1400" dirty="0" err="1">
                <a:ea typeface="新細明體"/>
              </a:rPr>
              <a:t>相位</a:t>
            </a:r>
            <a:endParaRPr lang="en-US" altLang="zh-TW" sz="14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41113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754717A-197C-8BA1-1C57-F5F92818E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675" y="667278"/>
            <a:ext cx="5067300" cy="23050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1B12655-7ED8-5ECC-B4FB-9D4BDC433AC0}"/>
              </a:ext>
            </a:extLst>
          </p:cNvPr>
          <p:cNvSpPr txBox="1"/>
          <p:nvPr/>
        </p:nvSpPr>
        <p:spPr>
          <a:xfrm>
            <a:off x="6246395" y="761998"/>
            <a:ext cx="7640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>
                <a:ea typeface="新細明體"/>
              </a:rPr>
              <a:t>單位:</a:t>
            </a:r>
            <a:endParaRPr lang="zh-TW" altLang="en-US"/>
          </a:p>
        </p:txBody>
      </p:sp>
      <p:pic>
        <p:nvPicPr>
          <p:cNvPr id="6" name="圖片 5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1488C6BD-4CDA-0D8F-6C07-CEA7DDF43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44" y="1260296"/>
            <a:ext cx="5060530" cy="1583675"/>
          </a:xfrm>
          <a:prstGeom prst="rect">
            <a:avLst/>
          </a:prstGeom>
        </p:spPr>
      </p:pic>
      <p:pic>
        <p:nvPicPr>
          <p:cNvPr id="2" name="圖片 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C9E1BEC-55F2-FDE2-2156-1368D232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6" y="3604962"/>
            <a:ext cx="6915150" cy="249555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8018088-10BC-4276-86EA-BD15B3D2BD06}"/>
              </a:ext>
            </a:extLst>
          </p:cNvPr>
          <p:cNvSpPr txBox="1"/>
          <p:nvPr/>
        </p:nvSpPr>
        <p:spPr>
          <a:xfrm>
            <a:off x="7960895" y="3940341"/>
            <a:ext cx="1864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>
                <a:ea typeface="新細明體"/>
              </a:rPr>
              <a:t>對   做求導偏數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C7F7629-6738-FA0E-B9B9-8E9A3EABD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010" y="4035091"/>
            <a:ext cx="153904" cy="271713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A50C0C2-925D-C245-A7FA-457134F29F84}"/>
              </a:ext>
            </a:extLst>
          </p:cNvPr>
          <p:cNvCxnSpPr/>
          <p:nvPr/>
        </p:nvCxnSpPr>
        <p:spPr>
          <a:xfrm flipH="1" flipV="1">
            <a:off x="5664866" y="4060656"/>
            <a:ext cx="2205790" cy="8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062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63F5246-1320-D1FF-E2FF-03D4120D8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151063"/>
            <a:ext cx="7939731" cy="39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97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471B1A9-4177-8020-69B9-4F4284F82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159" y="279091"/>
            <a:ext cx="6782561" cy="629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08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BFCC0D-6CA3-69AC-926D-349823D5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EC1981-4C48-1999-C0AD-54B625C3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9C7356-DFC5-31A5-335D-8109BCD84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5725"/>
            <a:ext cx="807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95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3101</Words>
  <Application>Microsoft Office PowerPoint</Application>
  <PresentationFormat>寬螢幕</PresentationFormat>
  <Paragraphs>276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新細明體</vt:lpstr>
      <vt:lpstr>Arial</vt:lpstr>
      <vt:lpstr>Cambria Math</vt:lpstr>
      <vt:lpstr>Century Gothic</vt:lpstr>
      <vt:lpstr>Garamond</vt:lpstr>
      <vt:lpstr>Savon</vt:lpstr>
      <vt:lpstr>DeepRMSA</vt:lpstr>
      <vt:lpstr>第一段落(introduction background)</vt:lpstr>
      <vt:lpstr>RMSA研究​</vt:lpstr>
      <vt:lpstr>第二段落(formulation)</vt:lpstr>
      <vt:lpstr>第三段落(operation principle for Deep RMSA)</vt:lpstr>
      <vt:lpstr>第三段落(operation principle for Deep RMSA)</vt:lpstr>
      <vt:lpstr>第四段落(MODELING AND MECHANISM)A.</vt:lpstr>
      <vt:lpstr>PowerPoint 簡報</vt:lpstr>
      <vt:lpstr>PowerPoint 簡報</vt:lpstr>
      <vt:lpstr>四段落(MODELING AND MECHANISM)B. </vt:lpstr>
      <vt:lpstr>演算法Deep-RMSA-EP的actor-learner執行過程</vt:lpstr>
      <vt:lpstr>詳細演算流程</vt:lpstr>
      <vt:lpstr>PowerPoint 簡報</vt:lpstr>
      <vt:lpstr>五段落 Simulation Setup  </vt:lpstr>
      <vt:lpstr>⼀、符號與系統假設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鄭博元</cp:lastModifiedBy>
  <cp:revision>1456</cp:revision>
  <dcterms:created xsi:type="dcterms:W3CDTF">2025-08-13T12:25:13Z</dcterms:created>
  <dcterms:modified xsi:type="dcterms:W3CDTF">2025-09-21T10:53:39Z</dcterms:modified>
</cp:coreProperties>
</file>